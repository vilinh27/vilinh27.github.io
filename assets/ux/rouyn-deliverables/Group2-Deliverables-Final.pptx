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omments/modernComment_100_6F3565DE.xml" ContentType="application/vnd.ms-powerpoint.comments+xml"/>
  <Override PartName="/ppt/comments/modernComment_116_638F72F7.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omments/modernComment_102_1F7CA87D.xml" ContentType="application/vnd.ms-powerpoint.comment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modernComment_10B_9AA85B3.xml" ContentType="application/vnd.ms-powerpoint.comments+xml"/>
  <Override PartName="/ppt/comments/modernComment_10D_47C8ECBB.xml" ContentType="application/vnd.ms-powerpoint.comments+xml"/>
  <Override PartName="/ppt/comments/modernComment_119_6F1C7CAA.xml" ContentType="application/vnd.ms-powerpoint.comments+xml"/>
  <Override PartName="/ppt/comments/modernComment_10E_5EC087EA.xml" ContentType="application/vnd.ms-powerpoint.comments+xml"/>
  <Override PartName="/ppt/comments/modernComment_106_309B584.xml" ContentType="application/vnd.ms-powerpoint.comments+xml"/>
  <Override PartName="/ppt/comments/modernComment_136_17411F0D.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omments/modernComment_11C_9D642636.xml" ContentType="application/vnd.ms-powerpoint.comments+xml"/>
  <Override PartName="/ppt/comments/modernComment_11B_73016B23.xml" ContentType="application/vnd.ms-powerpoint.comments+xml"/>
  <Override PartName="/ppt/comments/modernComment_12D_F7A90F63.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9" r:id="rId1"/>
  </p:sldMasterIdLst>
  <p:notesMasterIdLst>
    <p:notesMasterId r:id="rId65"/>
  </p:notesMasterIdLst>
  <p:sldIdLst>
    <p:sldId id="256" r:id="rId2"/>
    <p:sldId id="264" r:id="rId3"/>
    <p:sldId id="257" r:id="rId4"/>
    <p:sldId id="278" r:id="rId5"/>
    <p:sldId id="258" r:id="rId6"/>
    <p:sldId id="265" r:id="rId7"/>
    <p:sldId id="261" r:id="rId8"/>
    <p:sldId id="263" r:id="rId9"/>
    <p:sldId id="266" r:id="rId10"/>
    <p:sldId id="267" r:id="rId11"/>
    <p:sldId id="268" r:id="rId12"/>
    <p:sldId id="275" r:id="rId13"/>
    <p:sldId id="279" r:id="rId14"/>
    <p:sldId id="269" r:id="rId15"/>
    <p:sldId id="280" r:id="rId16"/>
    <p:sldId id="281" r:id="rId17"/>
    <p:sldId id="270" r:id="rId18"/>
    <p:sldId id="295" r:id="rId19"/>
    <p:sldId id="262" r:id="rId20"/>
    <p:sldId id="310" r:id="rId21"/>
    <p:sldId id="311" r:id="rId22"/>
    <p:sldId id="259" r:id="rId23"/>
    <p:sldId id="282" r:id="rId24"/>
    <p:sldId id="296" r:id="rId25"/>
    <p:sldId id="320" r:id="rId26"/>
    <p:sldId id="271" r:id="rId27"/>
    <p:sldId id="274" r:id="rId28"/>
    <p:sldId id="272" r:id="rId29"/>
    <p:sldId id="273" r:id="rId30"/>
    <p:sldId id="276" r:id="rId31"/>
    <p:sldId id="277" r:id="rId32"/>
    <p:sldId id="284" r:id="rId33"/>
    <p:sldId id="285" r:id="rId34"/>
    <p:sldId id="287" r:id="rId35"/>
    <p:sldId id="289" r:id="rId36"/>
    <p:sldId id="290" r:id="rId37"/>
    <p:sldId id="291" r:id="rId38"/>
    <p:sldId id="292" r:id="rId39"/>
    <p:sldId id="293" r:id="rId40"/>
    <p:sldId id="294" r:id="rId41"/>
    <p:sldId id="286" r:id="rId42"/>
    <p:sldId id="297" r:id="rId43"/>
    <p:sldId id="298" r:id="rId44"/>
    <p:sldId id="299" r:id="rId45"/>
    <p:sldId id="312" r:id="rId46"/>
    <p:sldId id="313" r:id="rId47"/>
    <p:sldId id="314" r:id="rId48"/>
    <p:sldId id="315" r:id="rId49"/>
    <p:sldId id="316" r:id="rId50"/>
    <p:sldId id="317" r:id="rId51"/>
    <p:sldId id="318" r:id="rId52"/>
    <p:sldId id="260" r:id="rId53"/>
    <p:sldId id="283" r:id="rId54"/>
    <p:sldId id="301" r:id="rId55"/>
    <p:sldId id="300" r:id="rId56"/>
    <p:sldId id="302" r:id="rId57"/>
    <p:sldId id="303" r:id="rId58"/>
    <p:sldId id="305" r:id="rId59"/>
    <p:sldId id="304" r:id="rId60"/>
    <p:sldId id="306" r:id="rId61"/>
    <p:sldId id="307" r:id="rId62"/>
    <p:sldId id="308" r:id="rId63"/>
    <p:sldId id="309"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5115A3-FF42-7ECD-AA0E-E752E16C0119}" name="Nguyen, Linh" initials="NL" userId="S::vnguye54@depaul.edu::6ec5f53c-dc77-4591-9ed4-a06b57fd5774" providerId="AD"/>
  <p188:author id="{0943E1B2-FD24-FACD-281E-1704B2A2E1A3}" name="Nguyen, Anh" initials="NA" userId="S::vnguye53@depaul.edu::2b5641d6-834d-4358-851b-86563f548dc0"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CF4B61-C53A-89FE-0EA1-9C357F8F8E40}" v="20" dt="2022-05-31T02:12:45.867"/>
    <p1510:client id="{1429AD4B-D9CD-7AF0-5CDC-5BD38F8266B4}" v="157" dt="2022-05-25T19:06:50.174"/>
    <p1510:client id="{1B2291B8-5986-4C8D-3074-FFA453DD49EF}" v="197" dt="2022-05-27T15:42:52.536"/>
    <p1510:client id="{217FE8CF-946C-0FD7-64F4-EEC2D23BE4D9}" v="245" dt="2022-06-10T18:29:32.753"/>
    <p1510:client id="{3008CBFF-8706-7148-E883-832AB5147042}" v="5603" dt="2022-05-25T22:12:10.047"/>
    <p1510:client id="{37A3C5AC-65EF-DDEC-8913-753A3DB48EE9}" v="25" dt="2022-06-07T15:38:53.128"/>
    <p1510:client id="{46130C80-38FC-610D-D671-04F78982EB52}" v="885" dt="2022-05-25T00:29:14.534"/>
    <p1510:client id="{4F7811D8-4686-83E2-8F91-D66F27C87EB1}" v="1" dt="2022-06-09T14:17:27.461"/>
    <p1510:client id="{5C3AB10B-882C-45AF-4DF2-9872720D8488}" v="476" dt="2022-05-28T20:32:27.515"/>
    <p1510:client id="{5D8D86A2-2FB3-4CF4-006B-3D7D31198D11}" v="49" dt="2022-06-04T03:25:04.392"/>
    <p1510:client id="{69F4FE83-3D32-ECF4-5262-78671F0B2FE4}" v="288" dt="2022-06-01T03:07:05.491"/>
    <p1510:client id="{7312FD42-974A-217C-5710-9EBED58D5FBC}" v="638" dt="2022-05-25T03:05:29.999"/>
    <p1510:client id="{7D45A25E-11F7-1594-2E3D-64533D23550D}" v="42" dt="2022-05-25T03:08:07.215"/>
    <p1510:client id="{7F0E34BB-6F9B-6458-D6BF-2C9992718B78}" v="2" dt="2022-06-07T15:04:56.571"/>
    <p1510:client id="{8300F755-9C48-006D-6850-188F48458169}" v="36" dt="2022-05-25T00:31:27.530"/>
    <p1510:client id="{8DB829D7-E1F8-DA1B-ED9F-41B0E56348B8}" v="124" dt="2022-06-10T15:35:23.158"/>
    <p1510:client id="{8EEA27FA-ECB9-C184-8776-29A135A7EFA8}" v="146" dt="2022-06-10T18:38:59.991"/>
    <p1510:client id="{9B0F5DAF-5FC4-96CA-4678-37B5B43E4C88}" v="756" dt="2022-05-27T19:35:44.586"/>
    <p1510:client id="{A856F060-51E4-F10E-1207-C98130AB6056}" v="63" dt="2022-06-03T02:30:06.158"/>
    <p1510:client id="{AC20141B-4AAC-26CA-6E2D-F78EF79C4A39}" v="138" dt="2022-05-31T21:25:39.797"/>
    <p1510:client id="{B3576396-D387-CAD2-7282-AB15908AD9C5}" v="1168" dt="2022-05-28T15:25:58.804"/>
    <p1510:client id="{CECD058A-B5F6-322A-4F39-11A6DA5C70D5}" v="179" dt="2022-05-26T15:21:50.925"/>
    <p1510:client id="{E3699436-1829-7030-4102-A1908664302B}" v="1093" dt="2022-05-26T22:54:32.920"/>
    <p1510:client id="{EBAD40A2-E4BC-B529-8B9D-2AFC9A36357B}" v="9" dt="2022-06-04T03:25:35.762"/>
    <p1510:client id="{EC62A501-0B77-5B00-9570-4D1867ED07C5}" v="403" dt="2022-05-25T16:03:28.6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Linh" userId="S::vnguye54@depaul.edu::6ec5f53c-dc77-4591-9ed4-a06b57fd5774" providerId="AD" clId="Web-{37A3C5AC-65EF-DDEC-8913-753A3DB48EE9}"/>
    <pc:docChg chg="modSld">
      <pc:chgData name="Nguyen, Linh" userId="S::vnguye54@depaul.edu::6ec5f53c-dc77-4591-9ed4-a06b57fd5774" providerId="AD" clId="Web-{37A3C5AC-65EF-DDEC-8913-753A3DB48EE9}" dt="2022-06-07T15:38:53.128" v="25" actId="20577"/>
      <pc:docMkLst>
        <pc:docMk/>
      </pc:docMkLst>
      <pc:sldChg chg="modSp modCm">
        <pc:chgData name="Nguyen, Linh" userId="S::vnguye54@depaul.edu::6ec5f53c-dc77-4591-9ed4-a06b57fd5774" providerId="AD" clId="Web-{37A3C5AC-65EF-DDEC-8913-753A3DB48EE9}" dt="2022-06-07T15:38:53.128" v="25" actId="20577"/>
        <pc:sldMkLst>
          <pc:docMk/>
          <pc:sldMk cId="50967940" sldId="262"/>
        </pc:sldMkLst>
        <pc:spChg chg="mod">
          <ac:chgData name="Nguyen, Linh" userId="S::vnguye54@depaul.edu::6ec5f53c-dc77-4591-9ed4-a06b57fd5774" providerId="AD" clId="Web-{37A3C5AC-65EF-DDEC-8913-753A3DB48EE9}" dt="2022-06-07T15:38:53.128" v="25" actId="20577"/>
          <ac:spMkLst>
            <pc:docMk/>
            <pc:sldMk cId="50967940" sldId="262"/>
            <ac:spMk id="3" creationId="{76865345-E92A-F283-70B8-BE860C356129}"/>
          </ac:spMkLst>
        </pc:spChg>
      </pc:sldChg>
    </pc:docChg>
  </pc:docChgLst>
  <pc:docChgLst>
    <pc:chgData name="Nguyen, Linh" userId="S::vnguye54@depaul.edu::6ec5f53c-dc77-4591-9ed4-a06b57fd5774" providerId="AD" clId="Web-{4F7811D8-4686-83E2-8F91-D66F27C87EB1}"/>
    <pc:docChg chg="">
      <pc:chgData name="Nguyen, Linh" userId="S::vnguye54@depaul.edu::6ec5f53c-dc77-4591-9ed4-a06b57fd5774" providerId="AD" clId="Web-{4F7811D8-4686-83E2-8F91-D66F27C87EB1}" dt="2022-06-09T14:17:27.461" v="0"/>
      <pc:docMkLst>
        <pc:docMk/>
      </pc:docMkLst>
      <pc:sldChg chg="modCm">
        <pc:chgData name="Nguyen, Linh" userId="S::vnguye54@depaul.edu::6ec5f53c-dc77-4591-9ed4-a06b57fd5774" providerId="AD" clId="Web-{4F7811D8-4686-83E2-8F91-D66F27C87EB1}" dt="2022-06-09T14:17:27.461" v="0"/>
        <pc:sldMkLst>
          <pc:docMk/>
          <pc:sldMk cId="162170291" sldId="267"/>
        </pc:sldMkLst>
      </pc:sldChg>
    </pc:docChg>
  </pc:docChgLst>
  <pc:docChgLst>
    <pc:chgData name="Nguyen, Anh" userId="S::vnguye53@depaul.edu::2b5641d6-834d-4358-851b-86563f548dc0" providerId="AD" clId="Web-{7F0E34BB-6F9B-6458-D6BF-2C9992718B78}"/>
    <pc:docChg chg="">
      <pc:chgData name="Nguyen, Anh" userId="S::vnguye53@depaul.edu::2b5641d6-834d-4358-851b-86563f548dc0" providerId="AD" clId="Web-{7F0E34BB-6F9B-6458-D6BF-2C9992718B78}" dt="2022-06-07T15:04:56.571" v="1"/>
      <pc:docMkLst>
        <pc:docMk/>
      </pc:docMkLst>
      <pc:sldChg chg="addCm delCm">
        <pc:chgData name="Nguyen, Anh" userId="S::vnguye53@depaul.edu::2b5641d6-834d-4358-851b-86563f548dc0" providerId="AD" clId="Web-{7F0E34BB-6F9B-6458-D6BF-2C9992718B78}" dt="2022-06-07T15:04:56.571" v="1"/>
        <pc:sldMkLst>
          <pc:docMk/>
          <pc:sldMk cId="162170291" sldId="267"/>
        </pc:sldMkLst>
      </pc:sldChg>
    </pc:docChg>
  </pc:docChgLst>
  <pc:docChgLst>
    <pc:chgData name="Nguyen, Anh" userId="S::vnguye53@depaul.edu::2b5641d6-834d-4358-851b-86563f548dc0" providerId="AD" clId="Web-{8DB829D7-E1F8-DA1B-ED9F-41B0E56348B8}"/>
    <pc:docChg chg="addSld delSld modSld">
      <pc:chgData name="Nguyen, Anh" userId="S::vnguye53@depaul.edu::2b5641d6-834d-4358-851b-86563f548dc0" providerId="AD" clId="Web-{8DB829D7-E1F8-DA1B-ED9F-41B0E56348B8}" dt="2022-06-10T15:35:23.158" v="116" actId="20577"/>
      <pc:docMkLst>
        <pc:docMk/>
      </pc:docMkLst>
      <pc:sldChg chg="modSp">
        <pc:chgData name="Nguyen, Anh" userId="S::vnguye53@depaul.edu::2b5641d6-834d-4358-851b-86563f548dc0" providerId="AD" clId="Web-{8DB829D7-E1F8-DA1B-ED9F-41B0E56348B8}" dt="2022-06-10T02:51:45.161" v="45" actId="20577"/>
        <pc:sldMkLst>
          <pc:docMk/>
          <pc:sldMk cId="162170291" sldId="267"/>
        </pc:sldMkLst>
        <pc:spChg chg="mod">
          <ac:chgData name="Nguyen, Anh" userId="S::vnguye53@depaul.edu::2b5641d6-834d-4358-851b-86563f548dc0" providerId="AD" clId="Web-{8DB829D7-E1F8-DA1B-ED9F-41B0E56348B8}" dt="2022-06-10T02:44:32.666" v="12" actId="20577"/>
          <ac:spMkLst>
            <pc:docMk/>
            <pc:sldMk cId="162170291" sldId="267"/>
            <ac:spMk id="3" creationId="{9E85399F-FABA-3BEC-C891-B42DD6CFA4E8}"/>
          </ac:spMkLst>
        </pc:spChg>
        <pc:spChg chg="mod">
          <ac:chgData name="Nguyen, Anh" userId="S::vnguye53@depaul.edu::2b5641d6-834d-4358-851b-86563f548dc0" providerId="AD" clId="Web-{8DB829D7-E1F8-DA1B-ED9F-41B0E56348B8}" dt="2022-06-10T02:44:49.213" v="16" actId="20577"/>
          <ac:spMkLst>
            <pc:docMk/>
            <pc:sldMk cId="162170291" sldId="267"/>
            <ac:spMk id="4" creationId="{EC547923-10AE-79DD-2B12-87B3F3D82297}"/>
          </ac:spMkLst>
        </pc:spChg>
        <pc:spChg chg="mod">
          <ac:chgData name="Nguyen, Anh" userId="S::vnguye53@depaul.edu::2b5641d6-834d-4358-851b-86563f548dc0" providerId="AD" clId="Web-{8DB829D7-E1F8-DA1B-ED9F-41B0E56348B8}" dt="2022-06-10T02:51:45.161" v="45" actId="20577"/>
          <ac:spMkLst>
            <pc:docMk/>
            <pc:sldMk cId="162170291" sldId="267"/>
            <ac:spMk id="6" creationId="{A0797063-85FA-BCFE-B658-C99EB0068C8B}"/>
          </ac:spMkLst>
        </pc:spChg>
      </pc:sldChg>
      <pc:sldChg chg="modSp">
        <pc:chgData name="Nguyen, Anh" userId="S::vnguye53@depaul.edu::2b5641d6-834d-4358-851b-86563f548dc0" providerId="AD" clId="Web-{8DB829D7-E1F8-DA1B-ED9F-41B0E56348B8}" dt="2022-06-09T14:24:12.910" v="1" actId="20577"/>
        <pc:sldMkLst>
          <pc:docMk/>
          <pc:sldMk cId="1394077849" sldId="268"/>
        </pc:sldMkLst>
        <pc:spChg chg="mod">
          <ac:chgData name="Nguyen, Anh" userId="S::vnguye53@depaul.edu::2b5641d6-834d-4358-851b-86563f548dc0" providerId="AD" clId="Web-{8DB829D7-E1F8-DA1B-ED9F-41B0E56348B8}" dt="2022-06-09T14:24:12.910" v="1" actId="20577"/>
          <ac:spMkLst>
            <pc:docMk/>
            <pc:sldMk cId="1394077849" sldId="268"/>
            <ac:spMk id="4" creationId="{7A7CA128-B8F7-5AD7-8FF9-177CA7373C77}"/>
          </ac:spMkLst>
        </pc:spChg>
      </pc:sldChg>
      <pc:sldChg chg="addSp delSp modSp">
        <pc:chgData name="Nguyen, Anh" userId="S::vnguye53@depaul.edu::2b5641d6-834d-4358-851b-86563f548dc0" providerId="AD" clId="Web-{8DB829D7-E1F8-DA1B-ED9F-41B0E56348B8}" dt="2022-06-10T14:48:10.379" v="107" actId="14100"/>
        <pc:sldMkLst>
          <pc:docMk/>
          <pc:sldMk cId="2456522554" sldId="282"/>
        </pc:sldMkLst>
        <pc:spChg chg="del">
          <ac:chgData name="Nguyen, Anh" userId="S::vnguye53@depaul.edu::2b5641d6-834d-4358-851b-86563f548dc0" providerId="AD" clId="Web-{8DB829D7-E1F8-DA1B-ED9F-41B0E56348B8}" dt="2022-06-10T14:45:13.031" v="96"/>
          <ac:spMkLst>
            <pc:docMk/>
            <pc:sldMk cId="2456522554" sldId="282"/>
            <ac:spMk id="19" creationId="{3F7D26C8-96ED-46E3-BD94-C1608C54C36B}"/>
          </ac:spMkLst>
        </pc:spChg>
        <pc:spChg chg="del">
          <ac:chgData name="Nguyen, Anh" userId="S::vnguye53@depaul.edu::2b5641d6-834d-4358-851b-86563f548dc0" providerId="AD" clId="Web-{8DB829D7-E1F8-DA1B-ED9F-41B0E56348B8}" dt="2022-06-10T14:45:13.031" v="96"/>
          <ac:spMkLst>
            <pc:docMk/>
            <pc:sldMk cId="2456522554" sldId="282"/>
            <ac:spMk id="20" creationId="{13EEA0A9-F720-41ED-8EBA-2A10A664FDE1}"/>
          </ac:spMkLst>
        </pc:spChg>
        <pc:spChg chg="del">
          <ac:chgData name="Nguyen, Anh" userId="S::vnguye53@depaul.edu::2b5641d6-834d-4358-851b-86563f548dc0" providerId="AD" clId="Web-{8DB829D7-E1F8-DA1B-ED9F-41B0E56348B8}" dt="2022-06-10T14:45:13.031" v="96"/>
          <ac:spMkLst>
            <pc:docMk/>
            <pc:sldMk cId="2456522554" sldId="282"/>
            <ac:spMk id="22" creationId="{03B27569-6089-4DC0-93E0-F3F6E1E93CC1}"/>
          </ac:spMkLst>
        </pc:spChg>
        <pc:spChg chg="add">
          <ac:chgData name="Nguyen, Anh" userId="S::vnguye53@depaul.edu::2b5641d6-834d-4358-851b-86563f548dc0" providerId="AD" clId="Web-{8DB829D7-E1F8-DA1B-ED9F-41B0E56348B8}" dt="2022-06-10T14:45:13.031" v="96"/>
          <ac:spMkLst>
            <pc:docMk/>
            <pc:sldMk cId="2456522554" sldId="282"/>
            <ac:spMk id="27" creationId="{3F7D26C8-96ED-46E3-BD94-C1608C54C36B}"/>
          </ac:spMkLst>
        </pc:spChg>
        <pc:spChg chg="add">
          <ac:chgData name="Nguyen, Anh" userId="S::vnguye53@depaul.edu::2b5641d6-834d-4358-851b-86563f548dc0" providerId="AD" clId="Web-{8DB829D7-E1F8-DA1B-ED9F-41B0E56348B8}" dt="2022-06-10T14:45:13.031" v="96"/>
          <ac:spMkLst>
            <pc:docMk/>
            <pc:sldMk cId="2456522554" sldId="282"/>
            <ac:spMk id="29" creationId="{13EEA0A9-F720-41ED-8EBA-2A10A664FDE1}"/>
          </ac:spMkLst>
        </pc:spChg>
        <pc:spChg chg="add">
          <ac:chgData name="Nguyen, Anh" userId="S::vnguye53@depaul.edu::2b5641d6-834d-4358-851b-86563f548dc0" providerId="AD" clId="Web-{8DB829D7-E1F8-DA1B-ED9F-41B0E56348B8}" dt="2022-06-10T14:45:13.031" v="96"/>
          <ac:spMkLst>
            <pc:docMk/>
            <pc:sldMk cId="2456522554" sldId="282"/>
            <ac:spMk id="31" creationId="{03B27569-6089-4DC0-93E0-F3F6E1E93CC1}"/>
          </ac:spMkLst>
        </pc:spChg>
        <pc:picChg chg="add del mod">
          <ac:chgData name="Nguyen, Anh" userId="S::vnguye53@depaul.edu::2b5641d6-834d-4358-851b-86563f548dc0" providerId="AD" clId="Web-{8DB829D7-E1F8-DA1B-ED9F-41B0E56348B8}" dt="2022-06-10T14:47:14.472" v="102"/>
          <ac:picMkLst>
            <pc:docMk/>
            <pc:sldMk cId="2456522554" sldId="282"/>
            <ac:picMk id="3" creationId="{9FFB4156-F845-4A54-0550-E6BC49BA5490}"/>
          </ac:picMkLst>
        </pc:picChg>
        <pc:picChg chg="del">
          <ac:chgData name="Nguyen, Anh" userId="S::vnguye53@depaul.edu::2b5641d6-834d-4358-851b-86563f548dc0" providerId="AD" clId="Web-{8DB829D7-E1F8-DA1B-ED9F-41B0E56348B8}" dt="2022-06-10T14:44:48.390" v="93"/>
          <ac:picMkLst>
            <pc:docMk/>
            <pc:sldMk cId="2456522554" sldId="282"/>
            <ac:picMk id="4" creationId="{E1A3CC7F-6086-8D91-8726-345BBC2A7347}"/>
          </ac:picMkLst>
        </pc:picChg>
        <pc:picChg chg="add mod">
          <ac:chgData name="Nguyen, Anh" userId="S::vnguye53@depaul.edu::2b5641d6-834d-4358-851b-86563f548dc0" providerId="AD" clId="Web-{8DB829D7-E1F8-DA1B-ED9F-41B0E56348B8}" dt="2022-06-10T14:48:10.379" v="107" actId="14100"/>
          <ac:picMkLst>
            <pc:docMk/>
            <pc:sldMk cId="2456522554" sldId="282"/>
            <ac:picMk id="5" creationId="{D97EA495-C6B9-E01E-7724-8773C59BB6D8}"/>
          </ac:picMkLst>
        </pc:picChg>
      </pc:sldChg>
      <pc:sldChg chg="modSp">
        <pc:chgData name="Nguyen, Anh" userId="S::vnguye53@depaul.edu::2b5641d6-834d-4358-851b-86563f548dc0" providerId="AD" clId="Web-{8DB829D7-E1F8-DA1B-ED9F-41B0E56348B8}" dt="2022-06-10T15:35:23.158" v="116" actId="20577"/>
        <pc:sldMkLst>
          <pc:docMk/>
          <pc:sldMk cId="1166519198" sldId="295"/>
        </pc:sldMkLst>
        <pc:spChg chg="mod">
          <ac:chgData name="Nguyen, Anh" userId="S::vnguye53@depaul.edu::2b5641d6-834d-4358-851b-86563f548dc0" providerId="AD" clId="Web-{8DB829D7-E1F8-DA1B-ED9F-41B0E56348B8}" dt="2022-06-10T15:35:23.158" v="116" actId="20577"/>
          <ac:spMkLst>
            <pc:docMk/>
            <pc:sldMk cId="1166519198" sldId="295"/>
            <ac:spMk id="4" creationId="{142BDBED-C5D0-4F82-D81E-9ED0E1CE198E}"/>
          </ac:spMkLst>
        </pc:spChg>
      </pc:sldChg>
      <pc:sldChg chg="addSp delSp modSp">
        <pc:chgData name="Nguyen, Anh" userId="S::vnguye53@depaul.edu::2b5641d6-834d-4358-851b-86563f548dc0" providerId="AD" clId="Web-{8DB829D7-E1F8-DA1B-ED9F-41B0E56348B8}" dt="2022-06-10T03:03:38.862" v="84" actId="20577"/>
        <pc:sldMkLst>
          <pc:docMk/>
          <pc:sldMk cId="425284763" sldId="296"/>
        </pc:sldMkLst>
        <pc:spChg chg="mod">
          <ac:chgData name="Nguyen, Anh" userId="S::vnguye53@depaul.edu::2b5641d6-834d-4358-851b-86563f548dc0" providerId="AD" clId="Web-{8DB829D7-E1F8-DA1B-ED9F-41B0E56348B8}" dt="2022-06-10T03:03:38.862" v="84" actId="20577"/>
          <ac:spMkLst>
            <pc:docMk/>
            <pc:sldMk cId="425284763" sldId="296"/>
            <ac:spMk id="2" creationId="{BF5C7263-9FEB-EBA5-7B9F-BB89C8CA3EAD}"/>
          </ac:spMkLst>
        </pc:spChg>
        <pc:spChg chg="mod">
          <ac:chgData name="Nguyen, Anh" userId="S::vnguye53@depaul.edu::2b5641d6-834d-4358-851b-86563f548dc0" providerId="AD" clId="Web-{8DB829D7-E1F8-DA1B-ED9F-41B0E56348B8}" dt="2022-06-10T03:01:21.187" v="54" actId="1076"/>
          <ac:spMkLst>
            <pc:docMk/>
            <pc:sldMk cId="425284763" sldId="296"/>
            <ac:spMk id="3" creationId="{187A63FB-8401-B3A4-CE0D-C7EF989748D9}"/>
          </ac:spMkLst>
        </pc:spChg>
        <pc:spChg chg="mod">
          <ac:chgData name="Nguyen, Anh" userId="S::vnguye53@depaul.edu::2b5641d6-834d-4358-851b-86563f548dc0" providerId="AD" clId="Web-{8DB829D7-E1F8-DA1B-ED9F-41B0E56348B8}" dt="2022-06-10T03:01:29.297" v="56" actId="1076"/>
          <ac:spMkLst>
            <pc:docMk/>
            <pc:sldMk cId="425284763" sldId="296"/>
            <ac:spMk id="4" creationId="{BC2BF9C7-419E-D183-F522-A754323E22CC}"/>
          </ac:spMkLst>
        </pc:spChg>
        <pc:spChg chg="del mod">
          <ac:chgData name="Nguyen, Anh" userId="S::vnguye53@depaul.edu::2b5641d6-834d-4358-851b-86563f548dc0" providerId="AD" clId="Web-{8DB829D7-E1F8-DA1B-ED9F-41B0E56348B8}" dt="2022-06-10T03:01:57.891" v="60"/>
          <ac:spMkLst>
            <pc:docMk/>
            <pc:sldMk cId="425284763" sldId="296"/>
            <ac:spMk id="5" creationId="{DE33D4DD-9F5B-EB3C-5EF2-C92EBD1B6165}"/>
          </ac:spMkLst>
        </pc:spChg>
        <pc:spChg chg="del mod">
          <ac:chgData name="Nguyen, Anh" userId="S::vnguye53@depaul.edu::2b5641d6-834d-4358-851b-86563f548dc0" providerId="AD" clId="Web-{8DB829D7-E1F8-DA1B-ED9F-41B0E56348B8}" dt="2022-06-10T03:01:52.297" v="59"/>
          <ac:spMkLst>
            <pc:docMk/>
            <pc:sldMk cId="425284763" sldId="296"/>
            <ac:spMk id="6" creationId="{09863F9B-4537-9DFB-8FC7-62B61BF16F3D}"/>
          </ac:spMkLst>
        </pc:spChg>
        <pc:spChg chg="add del mod">
          <ac:chgData name="Nguyen, Anh" userId="S::vnguye53@depaul.edu::2b5641d6-834d-4358-851b-86563f548dc0" providerId="AD" clId="Web-{8DB829D7-E1F8-DA1B-ED9F-41B0E56348B8}" dt="2022-06-10T03:02:08.188" v="62"/>
          <ac:spMkLst>
            <pc:docMk/>
            <pc:sldMk cId="425284763" sldId="296"/>
            <ac:spMk id="8" creationId="{6CA78E6F-842E-CE44-A23D-2C7CAF490D50}"/>
          </ac:spMkLst>
        </pc:spChg>
        <pc:spChg chg="add del mod">
          <ac:chgData name="Nguyen, Anh" userId="S::vnguye53@depaul.edu::2b5641d6-834d-4358-851b-86563f548dc0" providerId="AD" clId="Web-{8DB829D7-E1F8-DA1B-ED9F-41B0E56348B8}" dt="2022-06-10T03:02:12.360" v="63"/>
          <ac:spMkLst>
            <pc:docMk/>
            <pc:sldMk cId="425284763" sldId="296"/>
            <ac:spMk id="10" creationId="{FC92CFB2-6F58-7837-427D-99A4155340C3}"/>
          </ac:spMkLst>
        </pc:spChg>
        <pc:picChg chg="add mod ord">
          <ac:chgData name="Nguyen, Anh" userId="S::vnguye53@depaul.edu::2b5641d6-834d-4358-851b-86563f548dc0" providerId="AD" clId="Web-{8DB829D7-E1F8-DA1B-ED9F-41B0E56348B8}" dt="2022-06-10T03:02:30.173" v="66" actId="14100"/>
          <ac:picMkLst>
            <pc:docMk/>
            <pc:sldMk cId="425284763" sldId="296"/>
            <ac:picMk id="11" creationId="{D7945563-9E0D-9ACC-E9FE-8829A8F2C88A}"/>
          </ac:picMkLst>
        </pc:picChg>
      </pc:sldChg>
      <pc:sldChg chg="addSp delSp modSp del">
        <pc:chgData name="Nguyen, Anh" userId="S::vnguye53@depaul.edu::2b5641d6-834d-4358-851b-86563f548dc0" providerId="AD" clId="Web-{8DB829D7-E1F8-DA1B-ED9F-41B0E56348B8}" dt="2022-06-10T03:03:30.018" v="78"/>
        <pc:sldMkLst>
          <pc:docMk/>
          <pc:sldMk cId="3251695219" sldId="319"/>
        </pc:sldMkLst>
        <pc:spChg chg="add mod">
          <ac:chgData name="Nguyen, Anh" userId="S::vnguye53@depaul.edu::2b5641d6-834d-4358-851b-86563f548dc0" providerId="AD" clId="Web-{8DB829D7-E1F8-DA1B-ED9F-41B0E56348B8}" dt="2022-06-10T03:02:03.204" v="61"/>
          <ac:spMkLst>
            <pc:docMk/>
            <pc:sldMk cId="3251695219" sldId="319"/>
            <ac:spMk id="8" creationId="{E93BBAC9-EDD4-C45B-36AC-B30D711F5704}"/>
          </ac:spMkLst>
        </pc:spChg>
        <pc:spChg chg="add mod">
          <ac:chgData name="Nguyen, Anh" userId="S::vnguye53@depaul.edu::2b5641d6-834d-4358-851b-86563f548dc0" providerId="AD" clId="Web-{8DB829D7-E1F8-DA1B-ED9F-41B0E56348B8}" dt="2022-06-10T03:03:00.158" v="72"/>
          <ac:spMkLst>
            <pc:docMk/>
            <pc:sldMk cId="3251695219" sldId="319"/>
            <ac:spMk id="10" creationId="{F92556D7-6724-D1AF-0CDE-6BBD16CA0FC1}"/>
          </ac:spMkLst>
        </pc:spChg>
        <pc:picChg chg="del">
          <ac:chgData name="Nguyen, Anh" userId="S::vnguye53@depaul.edu::2b5641d6-834d-4358-851b-86563f548dc0" providerId="AD" clId="Web-{8DB829D7-E1F8-DA1B-ED9F-41B0E56348B8}" dt="2022-06-10T03:03:00.158" v="72"/>
          <ac:picMkLst>
            <pc:docMk/>
            <pc:sldMk cId="3251695219" sldId="319"/>
            <ac:picMk id="6" creationId="{E83941CD-0216-E9C6-540D-7FEC2DD15EA9}"/>
          </ac:picMkLst>
        </pc:picChg>
        <pc:picChg chg="del">
          <ac:chgData name="Nguyen, Anh" userId="S::vnguye53@depaul.edu::2b5641d6-834d-4358-851b-86563f548dc0" providerId="AD" clId="Web-{8DB829D7-E1F8-DA1B-ED9F-41B0E56348B8}" dt="2022-06-10T03:02:03.204" v="61"/>
          <ac:picMkLst>
            <pc:docMk/>
            <pc:sldMk cId="3251695219" sldId="319"/>
            <ac:picMk id="7" creationId="{C1BE7288-758F-08A9-5ACB-6957EDAFFEF2}"/>
          </ac:picMkLst>
        </pc:picChg>
      </pc:sldChg>
      <pc:sldChg chg="add del replId">
        <pc:chgData name="Nguyen, Anh" userId="S::vnguye53@depaul.edu::2b5641d6-834d-4358-851b-86563f548dc0" providerId="AD" clId="Web-{8DB829D7-E1F8-DA1B-ED9F-41B0E56348B8}" dt="2022-06-10T03:00:52.624" v="53"/>
        <pc:sldMkLst>
          <pc:docMk/>
          <pc:sldMk cId="2350541267" sldId="320"/>
        </pc:sldMkLst>
      </pc:sldChg>
      <pc:sldChg chg="addSp delSp modSp add replId">
        <pc:chgData name="Nguyen, Anh" userId="S::vnguye53@depaul.edu::2b5641d6-834d-4358-851b-86563f548dc0" providerId="AD" clId="Web-{8DB829D7-E1F8-DA1B-ED9F-41B0E56348B8}" dt="2022-06-10T03:04:06.643" v="92" actId="1076"/>
        <pc:sldMkLst>
          <pc:docMk/>
          <pc:sldMk cId="3795851426" sldId="320"/>
        </pc:sldMkLst>
        <pc:spChg chg="mod">
          <ac:chgData name="Nguyen, Anh" userId="S::vnguye53@depaul.edu::2b5641d6-834d-4358-851b-86563f548dc0" providerId="AD" clId="Web-{8DB829D7-E1F8-DA1B-ED9F-41B0E56348B8}" dt="2022-06-10T03:03:52.128" v="89" actId="20577"/>
          <ac:spMkLst>
            <pc:docMk/>
            <pc:sldMk cId="3795851426" sldId="320"/>
            <ac:spMk id="2" creationId="{BF5C7263-9FEB-EBA5-7B9F-BB89C8CA3EAD}"/>
          </ac:spMkLst>
        </pc:spChg>
        <pc:spChg chg="del mod">
          <ac:chgData name="Nguyen, Anh" userId="S::vnguye53@depaul.edu::2b5641d6-834d-4358-851b-86563f548dc0" providerId="AD" clId="Web-{8DB829D7-E1F8-DA1B-ED9F-41B0E56348B8}" dt="2022-06-10T03:02:48.298" v="70"/>
          <ac:spMkLst>
            <pc:docMk/>
            <pc:sldMk cId="3795851426" sldId="320"/>
            <ac:spMk id="3" creationId="{187A63FB-8401-B3A4-CE0D-C7EF989748D9}"/>
          </ac:spMkLst>
        </pc:spChg>
        <pc:spChg chg="del">
          <ac:chgData name="Nguyen, Anh" userId="S::vnguye53@depaul.edu::2b5641d6-834d-4358-851b-86563f548dc0" providerId="AD" clId="Web-{8DB829D7-E1F8-DA1B-ED9F-41B0E56348B8}" dt="2022-06-10T03:02:42.454" v="67"/>
          <ac:spMkLst>
            <pc:docMk/>
            <pc:sldMk cId="3795851426" sldId="320"/>
            <ac:spMk id="4" creationId="{BC2BF9C7-419E-D183-F522-A754323E22CC}"/>
          </ac:spMkLst>
        </pc:spChg>
        <pc:spChg chg="add del mod">
          <ac:chgData name="Nguyen, Anh" userId="S::vnguye53@depaul.edu::2b5641d6-834d-4358-851b-86563f548dc0" providerId="AD" clId="Web-{8DB829D7-E1F8-DA1B-ED9F-41B0E56348B8}" dt="2022-06-10T03:02:51.017" v="71"/>
          <ac:spMkLst>
            <pc:docMk/>
            <pc:sldMk cId="3795851426" sldId="320"/>
            <ac:spMk id="8" creationId="{B3EB3A51-B955-0A6E-F28A-A68A75F3D351}"/>
          </ac:spMkLst>
        </pc:spChg>
        <pc:spChg chg="add del mod">
          <ac:chgData name="Nguyen, Anh" userId="S::vnguye53@depaul.edu::2b5641d6-834d-4358-851b-86563f548dc0" providerId="AD" clId="Web-{8DB829D7-E1F8-DA1B-ED9F-41B0E56348B8}" dt="2022-06-10T03:03:03.236" v="73"/>
          <ac:spMkLst>
            <pc:docMk/>
            <pc:sldMk cId="3795851426" sldId="320"/>
            <ac:spMk id="10" creationId="{61B8C086-C02C-FC40-55DA-6E0895C6EE3E}"/>
          </ac:spMkLst>
        </pc:spChg>
        <pc:picChg chg="add mod ord">
          <ac:chgData name="Nguyen, Anh" userId="S::vnguye53@depaul.edu::2b5641d6-834d-4358-851b-86563f548dc0" providerId="AD" clId="Web-{8DB829D7-E1F8-DA1B-ED9F-41B0E56348B8}" dt="2022-06-10T03:04:06.643" v="92" actId="1076"/>
          <ac:picMkLst>
            <pc:docMk/>
            <pc:sldMk cId="3795851426" sldId="320"/>
            <ac:picMk id="11" creationId="{7CB5ACA1-EFBB-2919-B37E-37B2D7352C0A}"/>
          </ac:picMkLst>
        </pc:picChg>
      </pc:sldChg>
    </pc:docChg>
  </pc:docChgLst>
  <pc:docChgLst>
    <pc:chgData name="Nguyen, Linh" userId="S::vnguye54@depaul.edu::6ec5f53c-dc77-4591-9ed4-a06b57fd5774" providerId="AD" clId="Web-{217FE8CF-946C-0FD7-64F4-EEC2D23BE4D9}"/>
    <pc:docChg chg="modSld sldOrd">
      <pc:chgData name="Nguyen, Linh" userId="S::vnguye54@depaul.edu::6ec5f53c-dc77-4591-9ed4-a06b57fd5774" providerId="AD" clId="Web-{217FE8CF-946C-0FD7-64F4-EEC2D23BE4D9}" dt="2022-06-10T18:29:32.753" v="233"/>
      <pc:docMkLst>
        <pc:docMk/>
      </pc:docMkLst>
      <pc:sldChg chg="ord">
        <pc:chgData name="Nguyen, Linh" userId="S::vnguye54@depaul.edu::6ec5f53c-dc77-4591-9ed4-a06b57fd5774" providerId="AD" clId="Web-{217FE8CF-946C-0FD7-64F4-EEC2D23BE4D9}" dt="2022-06-10T02:43:45.329" v="9"/>
        <pc:sldMkLst>
          <pc:docMk/>
          <pc:sldMk cId="50967940" sldId="262"/>
        </pc:sldMkLst>
      </pc:sldChg>
      <pc:sldChg chg="modSp">
        <pc:chgData name="Nguyen, Linh" userId="S::vnguye54@depaul.edu::6ec5f53c-dc77-4591-9ed4-a06b57fd5774" providerId="AD" clId="Web-{217FE8CF-946C-0FD7-64F4-EEC2D23BE4D9}" dt="2022-06-10T02:46:44.552" v="41" actId="20577"/>
        <pc:sldMkLst>
          <pc:docMk/>
          <pc:sldMk cId="2743846927" sldId="264"/>
        </pc:sldMkLst>
        <pc:spChg chg="mod">
          <ac:chgData name="Nguyen, Linh" userId="S::vnguye54@depaul.edu::6ec5f53c-dc77-4591-9ed4-a06b57fd5774" providerId="AD" clId="Web-{217FE8CF-946C-0FD7-64F4-EEC2D23BE4D9}" dt="2022-06-10T02:46:44.552" v="41" actId="20577"/>
          <ac:spMkLst>
            <pc:docMk/>
            <pc:sldMk cId="2743846927" sldId="264"/>
            <ac:spMk id="44" creationId="{29BACD80-2A54-BC5D-250C-0E9C4C8AB9DE}"/>
          </ac:spMkLst>
        </pc:spChg>
      </pc:sldChg>
      <pc:sldChg chg="modSp">
        <pc:chgData name="Nguyen, Linh" userId="S::vnguye54@depaul.edu::6ec5f53c-dc77-4591-9ed4-a06b57fd5774" providerId="AD" clId="Web-{217FE8CF-946C-0FD7-64F4-EEC2D23BE4D9}" dt="2022-06-10T15:33:56.458" v="185" actId="20577"/>
        <pc:sldMkLst>
          <pc:docMk/>
          <pc:sldMk cId="851100071" sldId="265"/>
        </pc:sldMkLst>
        <pc:spChg chg="mod">
          <ac:chgData name="Nguyen, Linh" userId="S::vnguye54@depaul.edu::6ec5f53c-dc77-4591-9ed4-a06b57fd5774" providerId="AD" clId="Web-{217FE8CF-946C-0FD7-64F4-EEC2D23BE4D9}" dt="2022-06-10T15:33:56.458" v="185" actId="20577"/>
          <ac:spMkLst>
            <pc:docMk/>
            <pc:sldMk cId="851100071" sldId="265"/>
            <ac:spMk id="3" creationId="{E1A61420-660F-F02A-E06E-839D6BBBFD92}"/>
          </ac:spMkLst>
        </pc:spChg>
      </pc:sldChg>
      <pc:sldChg chg="modSp">
        <pc:chgData name="Nguyen, Linh" userId="S::vnguye54@depaul.edu::6ec5f53c-dc77-4591-9ed4-a06b57fd5774" providerId="AD" clId="Web-{217FE8CF-946C-0FD7-64F4-EEC2D23BE4D9}" dt="2022-06-10T02:43:07.860" v="5" actId="20577"/>
        <pc:sldMkLst>
          <pc:docMk/>
          <pc:sldMk cId="2386743264" sldId="279"/>
        </pc:sldMkLst>
        <pc:spChg chg="mod">
          <ac:chgData name="Nguyen, Linh" userId="S::vnguye54@depaul.edu::6ec5f53c-dc77-4591-9ed4-a06b57fd5774" providerId="AD" clId="Web-{217FE8CF-946C-0FD7-64F4-EEC2D23BE4D9}" dt="2022-06-10T02:43:07.860" v="5" actId="20577"/>
          <ac:spMkLst>
            <pc:docMk/>
            <pc:sldMk cId="2386743264" sldId="279"/>
            <ac:spMk id="2" creationId="{AF86D3F8-A111-2DBD-3EEA-9BEFC293B316}"/>
          </ac:spMkLst>
        </pc:spChg>
      </pc:sldChg>
      <pc:sldChg chg="modSp">
        <pc:chgData name="Nguyen, Linh" userId="S::vnguye54@depaul.edu::6ec5f53c-dc77-4591-9ed4-a06b57fd5774" providerId="AD" clId="Web-{217FE8CF-946C-0FD7-64F4-EEC2D23BE4D9}" dt="2022-06-10T02:43:38.079" v="8" actId="20577"/>
        <pc:sldMkLst>
          <pc:docMk/>
          <pc:sldMk cId="1864137898" sldId="281"/>
        </pc:sldMkLst>
        <pc:spChg chg="mod">
          <ac:chgData name="Nguyen, Linh" userId="S::vnguye54@depaul.edu::6ec5f53c-dc77-4591-9ed4-a06b57fd5774" providerId="AD" clId="Web-{217FE8CF-946C-0FD7-64F4-EEC2D23BE4D9}" dt="2022-06-10T02:43:38.079" v="8" actId="20577"/>
          <ac:spMkLst>
            <pc:docMk/>
            <pc:sldMk cId="1864137898" sldId="281"/>
            <ac:spMk id="2" creationId="{B8C64C75-CC86-9C1D-482F-5A7BB1D0D74F}"/>
          </ac:spMkLst>
        </pc:spChg>
      </pc:sldChg>
      <pc:sldChg chg="modSp">
        <pc:chgData name="Nguyen, Linh" userId="S::vnguye54@depaul.edu::6ec5f53c-dc77-4591-9ed4-a06b57fd5774" providerId="AD" clId="Web-{217FE8CF-946C-0FD7-64F4-EEC2D23BE4D9}" dt="2022-06-10T15:23:26.642" v="126" actId="14100"/>
        <pc:sldMkLst>
          <pc:docMk/>
          <pc:sldMk cId="2456522554" sldId="282"/>
        </pc:sldMkLst>
        <pc:picChg chg="mod">
          <ac:chgData name="Nguyen, Linh" userId="S::vnguye54@depaul.edu::6ec5f53c-dc77-4591-9ed4-a06b57fd5774" providerId="AD" clId="Web-{217FE8CF-946C-0FD7-64F4-EEC2D23BE4D9}" dt="2022-06-10T15:23:26.642" v="126" actId="14100"/>
          <ac:picMkLst>
            <pc:docMk/>
            <pc:sldMk cId="2456522554" sldId="282"/>
            <ac:picMk id="5" creationId="{D97EA495-C6B9-E01E-7724-8773C59BB6D8}"/>
          </ac:picMkLst>
        </pc:picChg>
      </pc:sldChg>
      <pc:sldChg chg="delSp modSp">
        <pc:chgData name="Nguyen, Linh" userId="S::vnguye54@depaul.edu::6ec5f53c-dc77-4591-9ed4-a06b57fd5774" providerId="AD" clId="Web-{217FE8CF-946C-0FD7-64F4-EEC2D23BE4D9}" dt="2022-06-10T18:29:32.753" v="233"/>
        <pc:sldMkLst>
          <pc:docMk/>
          <pc:sldMk cId="1166519198" sldId="295"/>
        </pc:sldMkLst>
        <pc:spChg chg="mod">
          <ac:chgData name="Nguyen, Linh" userId="S::vnguye54@depaul.edu::6ec5f53c-dc77-4591-9ed4-a06b57fd5774" providerId="AD" clId="Web-{217FE8CF-946C-0FD7-64F4-EEC2D23BE4D9}" dt="2022-06-10T15:34:49.335" v="230" actId="20577"/>
          <ac:spMkLst>
            <pc:docMk/>
            <pc:sldMk cId="1166519198" sldId="295"/>
            <ac:spMk id="4" creationId="{142BDBED-C5D0-4F82-D81E-9ED0E1CE198E}"/>
          </ac:spMkLst>
        </pc:spChg>
        <pc:picChg chg="del mod">
          <ac:chgData name="Nguyen, Linh" userId="S::vnguye54@depaul.edu::6ec5f53c-dc77-4591-9ed4-a06b57fd5774" providerId="AD" clId="Web-{217FE8CF-946C-0FD7-64F4-EEC2D23BE4D9}" dt="2022-06-10T18:29:32.753" v="233"/>
          <ac:picMkLst>
            <pc:docMk/>
            <pc:sldMk cId="1166519198" sldId="295"/>
            <ac:picMk id="10" creationId="{64575AA8-D716-1F43-7C83-9FC1CC92B7C7}"/>
          </ac:picMkLst>
        </pc:picChg>
        <pc:picChg chg="del">
          <ac:chgData name="Nguyen, Linh" userId="S::vnguye54@depaul.edu::6ec5f53c-dc77-4591-9ed4-a06b57fd5774" providerId="AD" clId="Web-{217FE8CF-946C-0FD7-64F4-EEC2D23BE4D9}" dt="2022-06-10T18:29:32.003" v="231"/>
          <ac:picMkLst>
            <pc:docMk/>
            <pc:sldMk cId="1166519198" sldId="295"/>
            <ac:picMk id="11" creationId="{BD7277CE-D554-553D-57DC-0E8D17105DD1}"/>
          </ac:picMkLst>
        </pc:picChg>
      </pc:sldChg>
      <pc:sldChg chg="addSp delSp modSp">
        <pc:chgData name="Nguyen, Linh" userId="S::vnguye54@depaul.edu::6ec5f53c-dc77-4591-9ed4-a06b57fd5774" providerId="AD" clId="Web-{217FE8CF-946C-0FD7-64F4-EEC2D23BE4D9}" dt="2022-06-10T14:47:20.822" v="114" actId="14100"/>
        <pc:sldMkLst>
          <pc:docMk/>
          <pc:sldMk cId="1329923175" sldId="297"/>
        </pc:sldMkLst>
        <pc:spChg chg="add del mod">
          <ac:chgData name="Nguyen, Linh" userId="S::vnguye54@depaul.edu::6ec5f53c-dc77-4591-9ed4-a06b57fd5774" providerId="AD" clId="Web-{217FE8CF-946C-0FD7-64F4-EEC2D23BE4D9}" dt="2022-06-10T14:47:15.931" v="112"/>
          <ac:spMkLst>
            <pc:docMk/>
            <pc:sldMk cId="1329923175" sldId="297"/>
            <ac:spMk id="5" creationId="{B27F36B6-22D8-83A2-5760-54A841186441}"/>
          </ac:spMkLst>
        </pc:spChg>
        <pc:picChg chg="del">
          <ac:chgData name="Nguyen, Linh" userId="S::vnguye54@depaul.edu::6ec5f53c-dc77-4591-9ed4-a06b57fd5774" providerId="AD" clId="Web-{217FE8CF-946C-0FD7-64F4-EEC2D23BE4D9}" dt="2022-06-10T14:47:15.025" v="111"/>
          <ac:picMkLst>
            <pc:docMk/>
            <pc:sldMk cId="1329923175" sldId="297"/>
            <ac:picMk id="4" creationId="{D919A1D2-CBE1-B20D-B0A0-E08E6F6EB48B}"/>
          </ac:picMkLst>
        </pc:picChg>
        <pc:picChg chg="add mod ord">
          <ac:chgData name="Nguyen, Linh" userId="S::vnguye54@depaul.edu::6ec5f53c-dc77-4591-9ed4-a06b57fd5774" providerId="AD" clId="Web-{217FE8CF-946C-0FD7-64F4-EEC2D23BE4D9}" dt="2022-06-10T14:47:20.822" v="114" actId="14100"/>
          <ac:picMkLst>
            <pc:docMk/>
            <pc:sldMk cId="1329923175" sldId="297"/>
            <ac:picMk id="6" creationId="{DB5DD0A6-C301-5F1B-AADD-9E6EDB507425}"/>
          </ac:picMkLst>
        </pc:picChg>
      </pc:sldChg>
      <pc:sldChg chg="addSp delSp modSp">
        <pc:chgData name="Nguyen, Linh" userId="S::vnguye54@depaul.edu::6ec5f53c-dc77-4591-9ed4-a06b57fd5774" providerId="AD" clId="Web-{217FE8CF-946C-0FD7-64F4-EEC2D23BE4D9}" dt="2022-06-10T14:48:05.260" v="118" actId="1076"/>
        <pc:sldMkLst>
          <pc:docMk/>
          <pc:sldMk cId="2476330641" sldId="298"/>
        </pc:sldMkLst>
        <pc:spChg chg="add del mod">
          <ac:chgData name="Nguyen, Linh" userId="S::vnguye54@depaul.edu::6ec5f53c-dc77-4591-9ed4-a06b57fd5774" providerId="AD" clId="Web-{217FE8CF-946C-0FD7-64F4-EEC2D23BE4D9}" dt="2022-06-10T14:48:00.854" v="116"/>
          <ac:spMkLst>
            <pc:docMk/>
            <pc:sldMk cId="2476330641" sldId="298"/>
            <ac:spMk id="5" creationId="{D59EBB94-B4D2-55CC-81A3-E1DA0376444E}"/>
          </ac:spMkLst>
        </pc:spChg>
        <pc:picChg chg="del">
          <ac:chgData name="Nguyen, Linh" userId="S::vnguye54@depaul.edu::6ec5f53c-dc77-4591-9ed4-a06b57fd5774" providerId="AD" clId="Web-{217FE8CF-946C-0FD7-64F4-EEC2D23BE4D9}" dt="2022-06-10T14:47:55.995" v="115"/>
          <ac:picMkLst>
            <pc:docMk/>
            <pc:sldMk cId="2476330641" sldId="298"/>
            <ac:picMk id="4" creationId="{BBE3FC89-662E-CC80-6CBC-D8E09F630144}"/>
          </ac:picMkLst>
        </pc:picChg>
        <pc:picChg chg="add mod ord">
          <ac:chgData name="Nguyen, Linh" userId="S::vnguye54@depaul.edu::6ec5f53c-dc77-4591-9ed4-a06b57fd5774" providerId="AD" clId="Web-{217FE8CF-946C-0FD7-64F4-EEC2D23BE4D9}" dt="2022-06-10T14:48:05.260" v="118" actId="1076"/>
          <ac:picMkLst>
            <pc:docMk/>
            <pc:sldMk cId="2476330641" sldId="298"/>
            <ac:picMk id="6" creationId="{0BBC6208-CB11-C3A0-6380-B89F5B03D8F0}"/>
          </ac:picMkLst>
        </pc:picChg>
      </pc:sldChg>
      <pc:sldChg chg="addSp delSp modSp">
        <pc:chgData name="Nguyen, Linh" userId="S::vnguye54@depaul.edu::6ec5f53c-dc77-4591-9ed4-a06b57fd5774" providerId="AD" clId="Web-{217FE8CF-946C-0FD7-64F4-EEC2D23BE4D9}" dt="2022-06-10T14:48:38.746" v="122" actId="1076"/>
        <pc:sldMkLst>
          <pc:docMk/>
          <pc:sldMk cId="2608691329" sldId="299"/>
        </pc:sldMkLst>
        <pc:spChg chg="add del mod">
          <ac:chgData name="Nguyen, Linh" userId="S::vnguye54@depaul.edu::6ec5f53c-dc77-4591-9ed4-a06b57fd5774" providerId="AD" clId="Web-{217FE8CF-946C-0FD7-64F4-EEC2D23BE4D9}" dt="2022-06-10T14:48:37.855" v="120"/>
          <ac:spMkLst>
            <pc:docMk/>
            <pc:sldMk cId="2608691329" sldId="299"/>
            <ac:spMk id="5" creationId="{D621F535-2350-547A-18F4-0AB4839DBB28}"/>
          </ac:spMkLst>
        </pc:spChg>
        <pc:picChg chg="del">
          <ac:chgData name="Nguyen, Linh" userId="S::vnguye54@depaul.edu::6ec5f53c-dc77-4591-9ed4-a06b57fd5774" providerId="AD" clId="Web-{217FE8CF-946C-0FD7-64F4-EEC2D23BE4D9}" dt="2022-06-10T14:48:32.980" v="119"/>
          <ac:picMkLst>
            <pc:docMk/>
            <pc:sldMk cId="2608691329" sldId="299"/>
            <ac:picMk id="4" creationId="{9EEC0205-737F-28A5-61C7-803B96C4AFEE}"/>
          </ac:picMkLst>
        </pc:picChg>
        <pc:picChg chg="add mod ord">
          <ac:chgData name="Nguyen, Linh" userId="S::vnguye54@depaul.edu::6ec5f53c-dc77-4591-9ed4-a06b57fd5774" providerId="AD" clId="Web-{217FE8CF-946C-0FD7-64F4-EEC2D23BE4D9}" dt="2022-06-10T14:48:38.746" v="122" actId="1076"/>
          <ac:picMkLst>
            <pc:docMk/>
            <pc:sldMk cId="2608691329" sldId="299"/>
            <ac:picMk id="6" creationId="{D2C49EC3-AFBF-1153-D7EB-8644E73AF0A6}"/>
          </ac:picMkLst>
        </pc:picChg>
      </pc:sldChg>
      <pc:sldChg chg="addSp delSp modSp">
        <pc:chgData name="Nguyen, Linh" userId="S::vnguye54@depaul.edu::6ec5f53c-dc77-4591-9ed4-a06b57fd5774" providerId="AD" clId="Web-{217FE8CF-946C-0FD7-64F4-EEC2D23BE4D9}" dt="2022-06-10T14:31:27.972" v="48" actId="14100"/>
        <pc:sldMkLst>
          <pc:docMk/>
          <pc:sldMk cId="3779267223" sldId="311"/>
        </pc:sldMkLst>
        <pc:picChg chg="add mod">
          <ac:chgData name="Nguyen, Linh" userId="S::vnguye54@depaul.edu::6ec5f53c-dc77-4591-9ed4-a06b57fd5774" providerId="AD" clId="Web-{217FE8CF-946C-0FD7-64F4-EEC2D23BE4D9}" dt="2022-06-10T14:31:27.972" v="48" actId="14100"/>
          <ac:picMkLst>
            <pc:docMk/>
            <pc:sldMk cId="3779267223" sldId="311"/>
            <ac:picMk id="3" creationId="{2A2C139D-6A98-1C37-7559-C76CD79D533A}"/>
          </ac:picMkLst>
        </pc:picChg>
        <pc:picChg chg="del">
          <ac:chgData name="Nguyen, Linh" userId="S::vnguye54@depaul.edu::6ec5f53c-dc77-4591-9ed4-a06b57fd5774" providerId="AD" clId="Web-{217FE8CF-946C-0FD7-64F4-EEC2D23BE4D9}" dt="2022-06-10T14:30:54.097" v="42"/>
          <ac:picMkLst>
            <pc:docMk/>
            <pc:sldMk cId="3779267223" sldId="311"/>
            <ac:picMk id="7" creationId="{96A71D38-04E7-8B1E-65B5-88155F30D935}"/>
          </ac:picMkLst>
        </pc:picChg>
      </pc:sldChg>
      <pc:sldChg chg="addSp delSp modSp">
        <pc:chgData name="Nguyen, Linh" userId="S::vnguye54@depaul.edu::6ec5f53c-dc77-4591-9ed4-a06b57fd5774" providerId="AD" clId="Web-{217FE8CF-946C-0FD7-64F4-EEC2D23BE4D9}" dt="2022-06-10T14:38:48.373" v="52" actId="14100"/>
        <pc:sldMkLst>
          <pc:docMk/>
          <pc:sldMk cId="879742352" sldId="312"/>
        </pc:sldMkLst>
        <pc:spChg chg="add del mod">
          <ac:chgData name="Nguyen, Linh" userId="S::vnguye54@depaul.edu::6ec5f53c-dc77-4591-9ed4-a06b57fd5774" providerId="AD" clId="Web-{217FE8CF-946C-0FD7-64F4-EEC2D23BE4D9}" dt="2022-06-10T14:38:38.717" v="50"/>
          <ac:spMkLst>
            <pc:docMk/>
            <pc:sldMk cId="879742352" sldId="312"/>
            <ac:spMk id="5" creationId="{4B49F11A-B60D-553D-0256-AA795DFE82BC}"/>
          </ac:spMkLst>
        </pc:spChg>
        <pc:picChg chg="del">
          <ac:chgData name="Nguyen, Linh" userId="S::vnguye54@depaul.edu::6ec5f53c-dc77-4591-9ed4-a06b57fd5774" providerId="AD" clId="Web-{217FE8CF-946C-0FD7-64F4-EEC2D23BE4D9}" dt="2022-06-10T14:38:37.717" v="49"/>
          <ac:picMkLst>
            <pc:docMk/>
            <pc:sldMk cId="879742352" sldId="312"/>
            <ac:picMk id="4" creationId="{6B184379-35CB-9386-8E51-0477F3BD6449}"/>
          </ac:picMkLst>
        </pc:picChg>
        <pc:picChg chg="add mod ord">
          <ac:chgData name="Nguyen, Linh" userId="S::vnguye54@depaul.edu::6ec5f53c-dc77-4591-9ed4-a06b57fd5774" providerId="AD" clId="Web-{217FE8CF-946C-0FD7-64F4-EEC2D23BE4D9}" dt="2022-06-10T14:38:48.373" v="52" actId="14100"/>
          <ac:picMkLst>
            <pc:docMk/>
            <pc:sldMk cId="879742352" sldId="312"/>
            <ac:picMk id="6" creationId="{E980EE69-3690-E20C-B12D-C6376599AE40}"/>
          </ac:picMkLst>
        </pc:picChg>
      </pc:sldChg>
      <pc:sldChg chg="addSp delSp modSp">
        <pc:chgData name="Nguyen, Linh" userId="S::vnguye54@depaul.edu::6ec5f53c-dc77-4591-9ed4-a06b57fd5774" providerId="AD" clId="Web-{217FE8CF-946C-0FD7-64F4-EEC2D23BE4D9}" dt="2022-06-10T14:39:34.186" v="63" actId="1076"/>
        <pc:sldMkLst>
          <pc:docMk/>
          <pc:sldMk cId="3649755848" sldId="313"/>
        </pc:sldMkLst>
        <pc:spChg chg="add del mod">
          <ac:chgData name="Nguyen, Linh" userId="S::vnguye54@depaul.edu::6ec5f53c-dc77-4591-9ed4-a06b57fd5774" providerId="AD" clId="Web-{217FE8CF-946C-0FD7-64F4-EEC2D23BE4D9}" dt="2022-06-10T14:39:18.874" v="57"/>
          <ac:spMkLst>
            <pc:docMk/>
            <pc:sldMk cId="3649755848" sldId="313"/>
            <ac:spMk id="6" creationId="{4C8A7881-C060-1878-2401-BC40229C865B}"/>
          </ac:spMkLst>
        </pc:spChg>
        <pc:spChg chg="add del mod">
          <ac:chgData name="Nguyen, Linh" userId="S::vnguye54@depaul.edu::6ec5f53c-dc77-4591-9ed4-a06b57fd5774" providerId="AD" clId="Web-{217FE8CF-946C-0FD7-64F4-EEC2D23BE4D9}" dt="2022-06-10T14:39:24.249" v="60"/>
          <ac:spMkLst>
            <pc:docMk/>
            <pc:sldMk cId="3649755848" sldId="313"/>
            <ac:spMk id="8" creationId="{7BD67D72-461A-B714-3EB6-680569D516C3}"/>
          </ac:spMkLst>
        </pc:spChg>
        <pc:picChg chg="add del mod">
          <ac:chgData name="Nguyen, Linh" userId="S::vnguye54@depaul.edu::6ec5f53c-dc77-4591-9ed4-a06b57fd5774" providerId="AD" clId="Web-{217FE8CF-946C-0FD7-64F4-EEC2D23BE4D9}" dt="2022-06-10T14:39:20.483" v="58"/>
          <ac:picMkLst>
            <pc:docMk/>
            <pc:sldMk cId="3649755848" sldId="313"/>
            <ac:picMk id="3" creationId="{787E7A0A-C63E-8D5C-BDC4-F284F2C64550}"/>
          </ac:picMkLst>
        </pc:picChg>
        <pc:picChg chg="add del mod">
          <ac:chgData name="Nguyen, Linh" userId="S::vnguye54@depaul.edu::6ec5f53c-dc77-4591-9ed4-a06b57fd5774" providerId="AD" clId="Web-{217FE8CF-946C-0FD7-64F4-EEC2D23BE4D9}" dt="2022-06-10T14:39:22.905" v="59"/>
          <ac:picMkLst>
            <pc:docMk/>
            <pc:sldMk cId="3649755848" sldId="313"/>
            <ac:picMk id="4" creationId="{6E868808-736B-A0B7-618C-DA57505D908D}"/>
          </ac:picMkLst>
        </pc:picChg>
        <pc:picChg chg="add mod ord">
          <ac:chgData name="Nguyen, Linh" userId="S::vnguye54@depaul.edu::6ec5f53c-dc77-4591-9ed4-a06b57fd5774" providerId="AD" clId="Web-{217FE8CF-946C-0FD7-64F4-EEC2D23BE4D9}" dt="2022-06-10T14:39:34.186" v="63" actId="1076"/>
          <ac:picMkLst>
            <pc:docMk/>
            <pc:sldMk cId="3649755848" sldId="313"/>
            <ac:picMk id="9" creationId="{636C44DD-DB50-6B59-8BE2-C63B196F8F2E}"/>
          </ac:picMkLst>
        </pc:picChg>
      </pc:sldChg>
      <pc:sldChg chg="addSp delSp modSp">
        <pc:chgData name="Nguyen, Linh" userId="S::vnguye54@depaul.edu::6ec5f53c-dc77-4591-9ed4-a06b57fd5774" providerId="AD" clId="Web-{217FE8CF-946C-0FD7-64F4-EEC2D23BE4D9}" dt="2022-06-10T14:40:07.812" v="68" actId="1076"/>
        <pc:sldMkLst>
          <pc:docMk/>
          <pc:sldMk cId="1130530044" sldId="314"/>
        </pc:sldMkLst>
        <pc:spChg chg="add del mod">
          <ac:chgData name="Nguyen, Linh" userId="S::vnguye54@depaul.edu::6ec5f53c-dc77-4591-9ed4-a06b57fd5774" providerId="AD" clId="Web-{217FE8CF-946C-0FD7-64F4-EEC2D23BE4D9}" dt="2022-06-10T14:39:56.953" v="65"/>
          <ac:spMkLst>
            <pc:docMk/>
            <pc:sldMk cId="1130530044" sldId="314"/>
            <ac:spMk id="5" creationId="{3430C867-A5BD-762B-9194-F83A8FE6AA27}"/>
          </ac:spMkLst>
        </pc:spChg>
        <pc:picChg chg="del">
          <ac:chgData name="Nguyen, Linh" userId="S::vnguye54@depaul.edu::6ec5f53c-dc77-4591-9ed4-a06b57fd5774" providerId="AD" clId="Web-{217FE8CF-946C-0FD7-64F4-EEC2D23BE4D9}" dt="2022-06-10T14:39:55.703" v="64"/>
          <ac:picMkLst>
            <pc:docMk/>
            <pc:sldMk cId="1130530044" sldId="314"/>
            <ac:picMk id="4" creationId="{CC198380-B495-218A-DC6F-247B07E39104}"/>
          </ac:picMkLst>
        </pc:picChg>
        <pc:picChg chg="add mod ord">
          <ac:chgData name="Nguyen, Linh" userId="S::vnguye54@depaul.edu::6ec5f53c-dc77-4591-9ed4-a06b57fd5774" providerId="AD" clId="Web-{217FE8CF-946C-0FD7-64F4-EEC2D23BE4D9}" dt="2022-06-10T14:40:07.812" v="68" actId="1076"/>
          <ac:picMkLst>
            <pc:docMk/>
            <pc:sldMk cId="1130530044" sldId="314"/>
            <ac:picMk id="6" creationId="{481D573A-CD0E-7263-14F0-57D3A016A93E}"/>
          </ac:picMkLst>
        </pc:picChg>
      </pc:sldChg>
      <pc:sldChg chg="addSp delSp modSp">
        <pc:chgData name="Nguyen, Linh" userId="S::vnguye54@depaul.edu::6ec5f53c-dc77-4591-9ed4-a06b57fd5774" providerId="AD" clId="Web-{217FE8CF-946C-0FD7-64F4-EEC2D23BE4D9}" dt="2022-06-10T14:40:38.047" v="73" actId="1076"/>
        <pc:sldMkLst>
          <pc:docMk/>
          <pc:sldMk cId="664728921" sldId="315"/>
        </pc:sldMkLst>
        <pc:spChg chg="add del mod">
          <ac:chgData name="Nguyen, Linh" userId="S::vnguye54@depaul.edu::6ec5f53c-dc77-4591-9ed4-a06b57fd5774" providerId="AD" clId="Web-{217FE8CF-946C-0FD7-64F4-EEC2D23BE4D9}" dt="2022-06-10T14:40:28.860" v="70"/>
          <ac:spMkLst>
            <pc:docMk/>
            <pc:sldMk cId="664728921" sldId="315"/>
            <ac:spMk id="5" creationId="{3C963B6C-C052-8813-4C7B-97C66C819BE8}"/>
          </ac:spMkLst>
        </pc:spChg>
        <pc:picChg chg="del">
          <ac:chgData name="Nguyen, Linh" userId="S::vnguye54@depaul.edu::6ec5f53c-dc77-4591-9ed4-a06b57fd5774" providerId="AD" clId="Web-{217FE8CF-946C-0FD7-64F4-EEC2D23BE4D9}" dt="2022-06-10T14:40:11.437" v="69"/>
          <ac:picMkLst>
            <pc:docMk/>
            <pc:sldMk cId="664728921" sldId="315"/>
            <ac:picMk id="4" creationId="{E5B5FB71-A6C5-90F3-FBC0-914B7808ED94}"/>
          </ac:picMkLst>
        </pc:picChg>
        <pc:picChg chg="add mod ord">
          <ac:chgData name="Nguyen, Linh" userId="S::vnguye54@depaul.edu::6ec5f53c-dc77-4591-9ed4-a06b57fd5774" providerId="AD" clId="Web-{217FE8CF-946C-0FD7-64F4-EEC2D23BE4D9}" dt="2022-06-10T14:40:38.047" v="73" actId="1076"/>
          <ac:picMkLst>
            <pc:docMk/>
            <pc:sldMk cId="664728921" sldId="315"/>
            <ac:picMk id="6" creationId="{7C46A6C9-3A4F-DEB8-7FCF-F8710E51190A}"/>
          </ac:picMkLst>
        </pc:picChg>
      </pc:sldChg>
      <pc:sldChg chg="addSp delSp modSp">
        <pc:chgData name="Nguyen, Linh" userId="S::vnguye54@depaul.edu::6ec5f53c-dc77-4591-9ed4-a06b57fd5774" providerId="AD" clId="Web-{217FE8CF-946C-0FD7-64F4-EEC2D23BE4D9}" dt="2022-06-10T14:41:59.112" v="87" actId="20577"/>
        <pc:sldMkLst>
          <pc:docMk/>
          <pc:sldMk cId="1413095141" sldId="316"/>
        </pc:sldMkLst>
        <pc:spChg chg="mod">
          <ac:chgData name="Nguyen, Linh" userId="S::vnguye54@depaul.edu::6ec5f53c-dc77-4591-9ed4-a06b57fd5774" providerId="AD" clId="Web-{217FE8CF-946C-0FD7-64F4-EEC2D23BE4D9}" dt="2022-06-10T14:41:59.112" v="87" actId="20577"/>
          <ac:spMkLst>
            <pc:docMk/>
            <pc:sldMk cId="1413095141" sldId="316"/>
            <ac:spMk id="3" creationId="{47F9F20C-D3FE-3B32-6B54-E8309961E3C5}"/>
          </ac:spMkLst>
        </pc:spChg>
        <pc:spChg chg="add del mod">
          <ac:chgData name="Nguyen, Linh" userId="S::vnguye54@depaul.edu::6ec5f53c-dc77-4591-9ed4-a06b57fd5774" providerId="AD" clId="Web-{217FE8CF-946C-0FD7-64F4-EEC2D23BE4D9}" dt="2022-06-10T14:41:30.330" v="75"/>
          <ac:spMkLst>
            <pc:docMk/>
            <pc:sldMk cId="1413095141" sldId="316"/>
            <ac:spMk id="6" creationId="{A1BF24F7-98CD-027E-54BE-5E8D0A05FD79}"/>
          </ac:spMkLst>
        </pc:spChg>
        <pc:picChg chg="del">
          <ac:chgData name="Nguyen, Linh" userId="S::vnguye54@depaul.edu::6ec5f53c-dc77-4591-9ed4-a06b57fd5774" providerId="AD" clId="Web-{217FE8CF-946C-0FD7-64F4-EEC2D23BE4D9}" dt="2022-06-10T14:41:29.377" v="74"/>
          <ac:picMkLst>
            <pc:docMk/>
            <pc:sldMk cId="1413095141" sldId="316"/>
            <ac:picMk id="5" creationId="{E2E47D83-C3B5-F661-B615-8E1992CDD6C3}"/>
          </ac:picMkLst>
        </pc:picChg>
        <pc:picChg chg="add mod ord">
          <ac:chgData name="Nguyen, Linh" userId="S::vnguye54@depaul.edu::6ec5f53c-dc77-4591-9ed4-a06b57fd5774" providerId="AD" clId="Web-{217FE8CF-946C-0FD7-64F4-EEC2D23BE4D9}" dt="2022-06-10T14:41:36.689" v="77" actId="1076"/>
          <ac:picMkLst>
            <pc:docMk/>
            <pc:sldMk cId="1413095141" sldId="316"/>
            <ac:picMk id="7" creationId="{F3FF72FD-8E73-E456-B1ED-68FE2C0E7AA2}"/>
          </ac:picMkLst>
        </pc:picChg>
      </pc:sldChg>
      <pc:sldChg chg="addSp delSp modSp">
        <pc:chgData name="Nguyen, Linh" userId="S::vnguye54@depaul.edu::6ec5f53c-dc77-4591-9ed4-a06b57fd5774" providerId="AD" clId="Web-{217FE8CF-946C-0FD7-64F4-EEC2D23BE4D9}" dt="2022-06-10T14:42:47.488" v="97" actId="20577"/>
        <pc:sldMkLst>
          <pc:docMk/>
          <pc:sldMk cId="2269364227" sldId="317"/>
        </pc:sldMkLst>
        <pc:spChg chg="mod">
          <ac:chgData name="Nguyen, Linh" userId="S::vnguye54@depaul.edu::6ec5f53c-dc77-4591-9ed4-a06b57fd5774" providerId="AD" clId="Web-{217FE8CF-946C-0FD7-64F4-EEC2D23BE4D9}" dt="2022-06-10T14:42:47.488" v="97" actId="20577"/>
          <ac:spMkLst>
            <pc:docMk/>
            <pc:sldMk cId="2269364227" sldId="317"/>
            <ac:spMk id="3" creationId="{E6FD5F57-A983-D0CE-963C-514256D4A87F}"/>
          </ac:spMkLst>
        </pc:spChg>
        <pc:spChg chg="add del mod">
          <ac:chgData name="Nguyen, Linh" userId="S::vnguye54@depaul.edu::6ec5f53c-dc77-4591-9ed4-a06b57fd5774" providerId="AD" clId="Web-{217FE8CF-946C-0FD7-64F4-EEC2D23BE4D9}" dt="2022-06-10T14:42:20.909" v="89"/>
          <ac:spMkLst>
            <pc:docMk/>
            <pc:sldMk cId="2269364227" sldId="317"/>
            <ac:spMk id="6" creationId="{20BA522A-100E-D7B4-3353-2C3CFF82AABB}"/>
          </ac:spMkLst>
        </pc:spChg>
        <pc:picChg chg="del">
          <ac:chgData name="Nguyen, Linh" userId="S::vnguye54@depaul.edu::6ec5f53c-dc77-4591-9ed4-a06b57fd5774" providerId="AD" clId="Web-{217FE8CF-946C-0FD7-64F4-EEC2D23BE4D9}" dt="2022-06-10T14:42:20.050" v="88"/>
          <ac:picMkLst>
            <pc:docMk/>
            <pc:sldMk cId="2269364227" sldId="317"/>
            <ac:picMk id="5" creationId="{45B57DC6-0607-7AFD-FCB3-AC70BCFDF77E}"/>
          </ac:picMkLst>
        </pc:picChg>
        <pc:picChg chg="add mod ord">
          <ac:chgData name="Nguyen, Linh" userId="S::vnguye54@depaul.edu::6ec5f53c-dc77-4591-9ed4-a06b57fd5774" providerId="AD" clId="Web-{217FE8CF-946C-0FD7-64F4-EEC2D23BE4D9}" dt="2022-06-10T14:42:30.628" v="92" actId="14100"/>
          <ac:picMkLst>
            <pc:docMk/>
            <pc:sldMk cId="2269364227" sldId="317"/>
            <ac:picMk id="7" creationId="{FBD19699-7A14-93E9-02DE-ABB251055255}"/>
          </ac:picMkLst>
        </pc:picChg>
      </pc:sldChg>
      <pc:sldChg chg="addSp delSp modSp">
        <pc:chgData name="Nguyen, Linh" userId="S::vnguye54@depaul.edu::6ec5f53c-dc77-4591-9ed4-a06b57fd5774" providerId="AD" clId="Web-{217FE8CF-946C-0FD7-64F4-EEC2D23BE4D9}" dt="2022-06-10T14:44:25.943" v="110" actId="20577"/>
        <pc:sldMkLst>
          <pc:docMk/>
          <pc:sldMk cId="3748718898" sldId="318"/>
        </pc:sldMkLst>
        <pc:spChg chg="mod">
          <ac:chgData name="Nguyen, Linh" userId="S::vnguye54@depaul.edu::6ec5f53c-dc77-4591-9ed4-a06b57fd5774" providerId="AD" clId="Web-{217FE8CF-946C-0FD7-64F4-EEC2D23BE4D9}" dt="2022-06-10T14:44:25.943" v="110" actId="20577"/>
          <ac:spMkLst>
            <pc:docMk/>
            <pc:sldMk cId="3748718898" sldId="318"/>
            <ac:spMk id="3" creationId="{5043DE37-3536-36D7-839D-CF93DB2A858C}"/>
          </ac:spMkLst>
        </pc:spChg>
        <pc:spChg chg="add del mod">
          <ac:chgData name="Nguyen, Linh" userId="S::vnguye54@depaul.edu::6ec5f53c-dc77-4591-9ed4-a06b57fd5774" providerId="AD" clId="Web-{217FE8CF-946C-0FD7-64F4-EEC2D23BE4D9}" dt="2022-06-10T14:43:11.566" v="99"/>
          <ac:spMkLst>
            <pc:docMk/>
            <pc:sldMk cId="3748718898" sldId="318"/>
            <ac:spMk id="6" creationId="{51593F18-A5A8-F5CE-928A-F007FC8BE375}"/>
          </ac:spMkLst>
        </pc:spChg>
        <pc:picChg chg="del">
          <ac:chgData name="Nguyen, Linh" userId="S::vnguye54@depaul.edu::6ec5f53c-dc77-4591-9ed4-a06b57fd5774" providerId="AD" clId="Web-{217FE8CF-946C-0FD7-64F4-EEC2D23BE4D9}" dt="2022-06-10T14:43:10.754" v="98"/>
          <ac:picMkLst>
            <pc:docMk/>
            <pc:sldMk cId="3748718898" sldId="318"/>
            <ac:picMk id="5" creationId="{93CF3660-3BBD-3C81-9947-0A0EFEC9C9C3}"/>
          </ac:picMkLst>
        </pc:picChg>
        <pc:picChg chg="add mod ord">
          <ac:chgData name="Nguyen, Linh" userId="S::vnguye54@depaul.edu::6ec5f53c-dc77-4591-9ed4-a06b57fd5774" providerId="AD" clId="Web-{217FE8CF-946C-0FD7-64F4-EEC2D23BE4D9}" dt="2022-06-10T14:43:19.066" v="101" actId="14100"/>
          <ac:picMkLst>
            <pc:docMk/>
            <pc:sldMk cId="3748718898" sldId="318"/>
            <ac:picMk id="7" creationId="{3D9988AB-E139-A41A-5037-AE01886EBB8C}"/>
          </ac:picMkLst>
        </pc:picChg>
      </pc:sldChg>
    </pc:docChg>
  </pc:docChgLst>
  <pc:docChgLst>
    <pc:chgData name="Nguyen, Linh" userId="S::vnguye54@depaul.edu::6ec5f53c-dc77-4591-9ed4-a06b57fd5774" providerId="AD" clId="Web-{8EEA27FA-ECB9-C184-8776-29A135A7EFA8}"/>
    <pc:docChg chg="modSld">
      <pc:chgData name="Nguyen, Linh" userId="S::vnguye54@depaul.edu::6ec5f53c-dc77-4591-9ed4-a06b57fd5774" providerId="AD" clId="Web-{8EEA27FA-ECB9-C184-8776-29A135A7EFA8}" dt="2022-06-10T18:38:58.240" v="143" actId="20577"/>
      <pc:docMkLst>
        <pc:docMk/>
      </pc:docMkLst>
      <pc:sldChg chg="addSp delSp modSp">
        <pc:chgData name="Nguyen, Linh" userId="S::vnguye54@depaul.edu::6ec5f53c-dc77-4591-9ed4-a06b57fd5774" providerId="AD" clId="Web-{8EEA27FA-ECB9-C184-8776-29A135A7EFA8}" dt="2022-06-10T18:37:52.361" v="142" actId="14100"/>
        <pc:sldMkLst>
          <pc:docMk/>
          <pc:sldMk cId="1166519198" sldId="295"/>
        </pc:sldMkLst>
        <pc:spChg chg="mod">
          <ac:chgData name="Nguyen, Linh" userId="S::vnguye54@depaul.edu::6ec5f53c-dc77-4591-9ed4-a06b57fd5774" providerId="AD" clId="Web-{8EEA27FA-ECB9-C184-8776-29A135A7EFA8}" dt="2022-06-10T18:37:35.376" v="137" actId="1076"/>
          <ac:spMkLst>
            <pc:docMk/>
            <pc:sldMk cId="1166519198" sldId="295"/>
            <ac:spMk id="2" creationId="{E57D500D-8260-940E-B503-BE3E7C2A24ED}"/>
          </ac:spMkLst>
        </pc:spChg>
        <pc:spChg chg="mod">
          <ac:chgData name="Nguyen, Linh" userId="S::vnguye54@depaul.edu::6ec5f53c-dc77-4591-9ed4-a06b57fd5774" providerId="AD" clId="Web-{8EEA27FA-ECB9-C184-8776-29A135A7EFA8}" dt="2022-06-10T18:37:35.423" v="138" actId="1076"/>
          <ac:spMkLst>
            <pc:docMk/>
            <pc:sldMk cId="1166519198" sldId="295"/>
            <ac:spMk id="4" creationId="{142BDBED-C5D0-4F82-D81E-9ED0E1CE198E}"/>
          </ac:spMkLst>
        </pc:spChg>
        <pc:picChg chg="add del mod">
          <ac:chgData name="Nguyen, Linh" userId="S::vnguye54@depaul.edu::6ec5f53c-dc77-4591-9ed4-a06b57fd5774" providerId="AD" clId="Web-{8EEA27FA-ECB9-C184-8776-29A135A7EFA8}" dt="2022-06-10T18:34:38.224" v="128"/>
          <ac:picMkLst>
            <pc:docMk/>
            <pc:sldMk cId="1166519198" sldId="295"/>
            <ac:picMk id="3" creationId="{4DFB217B-5305-08F8-0D00-3AB4840D2416}"/>
          </ac:picMkLst>
        </pc:picChg>
        <pc:picChg chg="add mod">
          <ac:chgData name="Nguyen, Linh" userId="S::vnguye54@depaul.edu::6ec5f53c-dc77-4591-9ed4-a06b57fd5774" providerId="AD" clId="Web-{8EEA27FA-ECB9-C184-8776-29A135A7EFA8}" dt="2022-06-10T18:37:52.361" v="142" actId="14100"/>
          <ac:picMkLst>
            <pc:docMk/>
            <pc:sldMk cId="1166519198" sldId="295"/>
            <ac:picMk id="5" creationId="{8A32663E-02C1-A9B1-5FD4-3446F8509CB3}"/>
          </ac:picMkLst>
        </pc:picChg>
        <pc:picChg chg="add mod">
          <ac:chgData name="Nguyen, Linh" userId="S::vnguye54@depaul.edu::6ec5f53c-dc77-4591-9ed4-a06b57fd5774" providerId="AD" clId="Web-{8EEA27FA-ECB9-C184-8776-29A135A7EFA8}" dt="2022-06-10T18:37:40.314" v="139" actId="14100"/>
          <ac:picMkLst>
            <pc:docMk/>
            <pc:sldMk cId="1166519198" sldId="295"/>
            <ac:picMk id="6" creationId="{0F0C20C9-B777-63BA-0FA0-51DC2E96E0BF}"/>
          </ac:picMkLst>
        </pc:picChg>
      </pc:sldChg>
      <pc:sldChg chg="modSp">
        <pc:chgData name="Nguyen, Linh" userId="S::vnguye54@depaul.edu::6ec5f53c-dc77-4591-9ed4-a06b57fd5774" providerId="AD" clId="Web-{8EEA27FA-ECB9-C184-8776-29A135A7EFA8}" dt="2022-06-10T18:38:58.240" v="143" actId="20577"/>
        <pc:sldMkLst>
          <pc:docMk/>
          <pc:sldMk cId="2721595917" sldId="309"/>
        </pc:sldMkLst>
        <pc:spChg chg="mod">
          <ac:chgData name="Nguyen, Linh" userId="S::vnguye54@depaul.edu::6ec5f53c-dc77-4591-9ed4-a06b57fd5774" providerId="AD" clId="Web-{8EEA27FA-ECB9-C184-8776-29A135A7EFA8}" dt="2022-06-10T18:38:58.240" v="143" actId="20577"/>
          <ac:spMkLst>
            <pc:docMk/>
            <pc:sldMk cId="2721595917" sldId="309"/>
            <ac:spMk id="4" creationId="{4BBBF08A-2437-02AF-6058-23A982E26E1F}"/>
          </ac:spMkLst>
        </pc:spChg>
      </pc:sldChg>
    </pc:docChg>
  </pc:docChgLst>
</pc:chgInfo>
</file>

<file path=ppt/comments/modernComment_10B_9AA85B3.xml><?xml version="1.0" encoding="utf-8"?>
<p188:cmLst xmlns:a="http://schemas.openxmlformats.org/drawingml/2006/main" xmlns:r="http://schemas.openxmlformats.org/officeDocument/2006/relationships" xmlns:p188="http://schemas.microsoft.com/office/powerpoint/2018/8/main">
  <p188:cm id="{91862CC2-1B8C-407F-BEBC-9EDF10DC2967}" authorId="{A85115A3-FF42-7ECD-AA0E-E752E16C0119}" created="2022-05-31T02:11:56.616">
    <pc:sldMkLst xmlns:pc="http://schemas.microsoft.com/office/powerpoint/2013/main/command">
      <pc:docMk/>
      <pc:sldMk cId="162170291" sldId="267"/>
    </pc:sldMkLst>
    <p188:txBody>
      <a:bodyPr/>
      <a:lstStyle/>
      <a:p>
        <a:r>
          <a:rPr lang="en-US"/>
          <a:t>issue to mention:
seeing all levels of topic at once is overwhleming
unclear unorganization of card names</a:t>
        </a:r>
      </a:p>
    </p188:txBody>
  </p188:cm>
  <p188:cm id="{A2B951D3-24B8-4DB0-8D5A-5C330FDED28A}" authorId="{A85115A3-FF42-7ECD-AA0E-E752E16C0119}" created="2022-05-31T02:12:45.867">
    <pc:sldMkLst xmlns:pc="http://schemas.microsoft.com/office/powerpoint/2013/main/command">
      <pc:docMk/>
      <pc:sldMk cId="162170291" sldId="267"/>
    </pc:sldMkLst>
    <p188:txBody>
      <a:bodyPr/>
      <a:lstStyle/>
      <a:p>
        <a:r>
          <a:rPr lang="en-US"/>
          <a:t>mobile issue
naming of topics and how pages categorized makes organization unclear to outsider </a:t>
        </a:r>
      </a:p>
    </p188:txBody>
  </p188:cm>
  <p188:cm id="{25C1A23F-EF8B-45C1-A628-1383856607F0}" authorId="{0943E1B2-FD24-FACD-281E-1704B2A2E1A3}" created="2022-06-07T15:04:53.383">
    <pc:sldMkLst xmlns:pc="http://schemas.microsoft.com/office/powerpoint/2013/main/command">
      <pc:docMk/>
      <pc:sldMk cId="162170291" sldId="267"/>
    </pc:sldMkLst>
    <p188:txBody>
      <a:bodyPr/>
      <a:lstStyle/>
      <a:p>
        <a:r>
          <a:rPr lang="en-US"/>
          <a:t>The 113 content items are only separated into 2 or 3 levels</a:t>
        </a:r>
      </a:p>
    </p188:txBody>
  </p188:cm>
</p188:cmLst>
</file>

<file path=ppt/comments/modernComment_10D_47C8ECBB.xml><?xml version="1.0" encoding="utf-8"?>
<p188:cmLst xmlns:a="http://schemas.openxmlformats.org/drawingml/2006/main" xmlns:r="http://schemas.openxmlformats.org/officeDocument/2006/relationships" xmlns:p188="http://schemas.microsoft.com/office/powerpoint/2018/8/main">
  <p188:cm id="{D0AC900E-E486-4C4B-81B8-F32C1F8B04DC}" authorId="{A85115A3-FF42-7ECD-AA0E-E752E16C0119}" created="2022-05-25T15:42:10.890">
    <ac:txMkLst xmlns:ac="http://schemas.microsoft.com/office/drawing/2013/main/command">
      <pc:docMk xmlns:pc="http://schemas.microsoft.com/office/powerpoint/2013/main/command"/>
      <pc:sldMk xmlns:pc="http://schemas.microsoft.com/office/powerpoint/2013/main/command" cId="1204350139" sldId="269"/>
      <ac:spMk id="4" creationId="{A1C90EB8-BDBC-EFB2-EB6C-720188473520}"/>
      <ac:txMk cp="112" len="13">
        <ac:context len="355" hash="1587702197"/>
      </ac:txMk>
    </ac:txMkLst>
    <p188:pos x="3223846" y="1914769"/>
    <p188:txBody>
      <a:bodyPr/>
      <a:lstStyle/>
      <a:p>
        <a:r>
          <a:rPr lang="en-US"/>
          <a:t>includes i don't know</a:t>
        </a:r>
      </a:p>
    </p188:txBody>
  </p188:cm>
  <p188:cm id="{36E89DED-7025-4D9A-AB99-488F354ED309}" authorId="{0943E1B2-FD24-FACD-281E-1704B2A2E1A3}" created="2022-05-30T14:27:27.702">
    <pc:sldMkLst xmlns:pc="http://schemas.microsoft.com/office/powerpoint/2013/main/command">
      <pc:docMk/>
      <pc:sldMk cId="1204350139" sldId="269"/>
    </pc:sldMkLst>
    <p188:txBody>
      <a:bodyPr/>
      <a:lstStyle/>
      <a:p>
        <a:r>
          <a:rPr lang="en-US"/>
          <a:t>potential half way point without appendix</a:t>
        </a:r>
      </a:p>
    </p188:txBody>
  </p188:cm>
</p188:cmLst>
</file>

<file path=ppt/comments/modernComment_10E_5EC087EA.xml><?xml version="1.0" encoding="utf-8"?>
<p188:cmLst xmlns:a="http://schemas.openxmlformats.org/drawingml/2006/main" xmlns:r="http://schemas.openxmlformats.org/officeDocument/2006/relationships" xmlns:p188="http://schemas.microsoft.com/office/powerpoint/2018/8/main">
  <p188:cm id="{01053AA9-5988-453A-818D-BA7B92B6871D}" authorId="{A85115A3-FF42-7ECD-AA0E-E752E16C0119}" created="2022-05-30T14:45:12.306">
    <pc:sldMkLst xmlns:pc="http://schemas.microsoft.com/office/powerpoint/2013/main/command">
      <pc:docMk/>
      <pc:sldMk cId="1589676010" sldId="270"/>
    </pc:sldMkLst>
    <p188:replyLst>
      <p188:reply id="{469EA305-269B-48B8-B205-EB8835293B2D}" authorId="{0943E1B2-FD24-FACD-281E-1704B2A2E1A3}" created="2022-06-01T03:05:39.849">
        <p188:txBody>
          <a:bodyPr/>
          <a:lstStyle/>
          <a:p>
            <a:r>
              <a:rPr lang="en-US"/>
              <a:t>testing was more involved and took more time</a:t>
            </a:r>
          </a:p>
        </p188:txBody>
      </p188:reply>
    </p188:replyLst>
    <p188:txBody>
      <a:bodyPr/>
      <a:lstStyle/>
      <a:p>
        <a:r>
          <a:rPr lang="en-US"/>
          <a:t>tasks related to user scenarios defined earlier</a:t>
        </a:r>
      </a:p>
    </p188:txBody>
  </p188:cm>
</p188:cmLst>
</file>

<file path=ppt/comments/modernComment_11B_73016B23.xml><?xml version="1.0" encoding="utf-8"?>
<p188:cmLst xmlns:a="http://schemas.openxmlformats.org/drawingml/2006/main" xmlns:r="http://schemas.openxmlformats.org/officeDocument/2006/relationships" xmlns:p188="http://schemas.microsoft.com/office/powerpoint/2018/8/main">
  <p188:cm id="{F094701F-687C-4820-A58A-3BF8393EE3D0}" authorId="{A85115A3-FF42-7ECD-AA0E-E752E16C0119}" created="2022-05-27T02:38:25.144">
    <pc:sldMkLst xmlns:pc="http://schemas.microsoft.com/office/powerpoint/2013/main/command">
      <pc:docMk/>
      <pc:sldMk cId="1929472803" sldId="283"/>
    </pc:sldMkLst>
    <p188:txBody>
      <a:bodyPr/>
      <a:lstStyle/>
      <a:p>
        <a:r>
          <a:rPr lang="en-US"/>
          <a:t>full wireframe here</a:t>
        </a:r>
      </a:p>
    </p188:txBody>
  </p188:cm>
</p188:cmLst>
</file>

<file path=ppt/comments/modernComment_11C_9D642636.xml><?xml version="1.0" encoding="utf-8"?>
<p188:cmLst xmlns:a="http://schemas.openxmlformats.org/drawingml/2006/main" xmlns:r="http://schemas.openxmlformats.org/officeDocument/2006/relationships" xmlns:p188="http://schemas.microsoft.com/office/powerpoint/2018/8/main">
  <p188:cm id="{C8E36F38-7AF5-4ACE-A30D-C3D308A1BC90}" authorId="{0943E1B2-FD24-FACD-281E-1704B2A2E1A3}" created="2022-05-30T14:25:39.715">
    <pc:sldMkLst xmlns:pc="http://schemas.microsoft.com/office/powerpoint/2013/main/command">
      <pc:docMk/>
      <pc:sldMk cId="2640586294" sldId="284"/>
    </pc:sldMkLst>
    <p188:replyLst>
      <p188:reply id="{6B4EAE30-ABF8-4E6D-ADB3-6DC361094674}" authorId="{0943E1B2-FD24-FACD-281E-1704B2A2E1A3}" created="2022-05-30T14:26:19.091">
        <p188:txBody>
          <a:bodyPr/>
          <a:lstStyle/>
          <a:p>
            <a:r>
              <a:rPr lang="en-US"/>
              <a:t>with appendix</a:t>
            </a:r>
          </a:p>
        </p188:txBody>
      </p188:reply>
    </p188:replyLst>
    <p188:txBody>
      <a:bodyPr/>
      <a:lstStyle/>
      <a:p>
        <a:r>
          <a:rPr lang="en-US"/>
          <a:t>potential half way point</a:t>
        </a:r>
      </a:p>
    </p188:txBody>
  </p188:cm>
</p188:cmLst>
</file>

<file path=ppt/comments/modernComment_12D_F7A90F63.xml><?xml version="1.0" encoding="utf-8"?>
<p188:cmLst xmlns:a="http://schemas.openxmlformats.org/drawingml/2006/main" xmlns:r="http://schemas.openxmlformats.org/officeDocument/2006/relationships" xmlns:p188="http://schemas.microsoft.com/office/powerpoint/2018/8/main">
  <p188:cm id="{CAB6E4D5-B188-45EC-92EE-10FD8A57A752}" authorId="{A85115A3-FF42-7ECD-AA0E-E752E16C0119}" created="2022-05-27T02:38:39.785">
    <pc:sldMkLst xmlns:pc="http://schemas.microsoft.com/office/powerpoint/2013/main/command">
      <pc:docMk/>
      <pc:sldMk cId="4155051875" sldId="301"/>
    </pc:sldMkLst>
    <p188:txBody>
      <a:bodyPr/>
      <a:lstStyle/>
      <a:p>
        <a:r>
          <a:rPr lang="en-US"/>
          <a:t>full wireframe for task 2 here</a:t>
        </a:r>
      </a:p>
    </p188:txBody>
  </p188:cm>
</p188:cmLst>
</file>

<file path=ppt/comments/modernComment_100_6F3565DE.xml><?xml version="1.0" encoding="utf-8"?>
<p188:cmLst xmlns:a="http://schemas.openxmlformats.org/drawingml/2006/main" xmlns:r="http://schemas.openxmlformats.org/officeDocument/2006/relationships" xmlns:p188="http://schemas.microsoft.com/office/powerpoint/2018/8/main">
  <p188:cm id="{87937ABD-F16A-4BD2-A911-204A578FD3D5}" authorId="{0943E1B2-FD24-FACD-281E-1704B2A2E1A3}" created="2022-05-30T14:24:15.541">
    <pc:sldMkLst xmlns:pc="http://schemas.microsoft.com/office/powerpoint/2013/main/command">
      <pc:docMk/>
      <pc:sldMk cId="1865770462" sldId="256"/>
    </pc:sldMkLst>
    <p188:txBody>
      <a:bodyPr/>
      <a:lstStyle/>
      <a:p>
        <a:r>
          <a:rPr lang="en-US"/>
          <a:t>10 minutes to present 5 to q and a</a:t>
        </a:r>
      </a:p>
    </p188:txBody>
  </p188:cm>
</p188:cmLst>
</file>

<file path=ppt/comments/modernComment_102_1F7CA87D.xml><?xml version="1.0" encoding="utf-8"?>
<p188:cmLst xmlns:a="http://schemas.openxmlformats.org/drawingml/2006/main" xmlns:r="http://schemas.openxmlformats.org/officeDocument/2006/relationships" xmlns:p188="http://schemas.microsoft.com/office/powerpoint/2018/8/main">
  <p188:cm id="{1F39C284-D707-4839-9F58-01988DD9BB4B}" authorId="{A85115A3-FF42-7ECD-AA0E-E752E16C0119}" created="2022-05-30T14:32:57.211">
    <pc:sldMkLst xmlns:pc="http://schemas.microsoft.com/office/powerpoint/2013/main/command">
      <pc:docMk/>
      <pc:sldMk cId="528263293" sldId="258"/>
    </pc:sldMkLst>
    <p188:txBody>
      <a:bodyPr/>
      <a:lstStyle/>
      <a:p>
        <a:r>
          <a:rPr lang="en-US"/>
          <a:t>how we organized based on content inventory and testing</a:t>
        </a:r>
      </a:p>
    </p188:txBody>
  </p188:cm>
</p188:cmLst>
</file>

<file path=ppt/comments/modernComment_106_309B584.xml><?xml version="1.0" encoding="utf-8"?>
<p188:cmLst xmlns:a="http://schemas.openxmlformats.org/drawingml/2006/main" xmlns:r="http://schemas.openxmlformats.org/officeDocument/2006/relationships" xmlns:p188="http://schemas.microsoft.com/office/powerpoint/2018/8/main">
  <p188:cm id="{923F583F-E36F-47AE-97CE-6834DCAB95C3}" authorId="{A85115A3-FF42-7ECD-AA0E-E752E16C0119}" created="2022-05-25T14:35:53.211">
    <ac:txMkLst xmlns:ac="http://schemas.microsoft.com/office/drawing/2013/main/command">
      <pc:docMk xmlns:pc="http://schemas.microsoft.com/office/powerpoint/2013/main/command"/>
      <pc:sldMk xmlns:pc="http://schemas.microsoft.com/office/powerpoint/2013/main/command" cId="50967940" sldId="262"/>
      <ac:spMk id="2" creationId="{E36F539C-5B23-0C03-1904-98EB594A4856}"/>
      <ac:txMk cp="0" len="9">
        <ac:context len="10" hash="2967508751"/>
      </ac:txMk>
    </ac:txMkLst>
    <p188:pos x="2667000" y="508000"/>
    <p188:replyLst>
      <p188:reply id="{65EDC7F5-1022-4949-887E-25FF81BF4314}" authorId="{A85115A3-FF42-7ECD-AA0E-E752E16C0119}" created="2022-06-07T15:14:01.866">
        <p188:txBody>
          <a:bodyPr/>
          <a:lstStyle/>
          <a:p>
            <a:r>
              <a:rPr lang="en-US"/>
              <a:t>chose these tasks based off user scenarios, most direct </a:t>
            </a:r>
          </a:p>
        </p188:txBody>
      </p188:reply>
      <p188:reply id="{AA9A548B-DEC0-45B3-AE3B-698F59E90655}" authorId="{A85115A3-FF42-7ECD-AA0E-E752E16C0119}" created="2022-06-07T15:14:14.335">
        <p188:txBody>
          <a:bodyPr/>
          <a:lstStyle/>
          <a:p>
            <a:r>
              <a:rPr lang="en-US"/>
              <a:t>most direct task expected on site as nonlocal</a:t>
            </a:r>
          </a:p>
        </p188:txBody>
      </p188:reply>
      <p188:reply id="{A25DE50E-7A7D-412F-AA2B-7081FF2142E9}" authorId="{A85115A3-FF42-7ECD-AA0E-E752E16C0119}" created="2022-06-07T15:14:58.992">
        <p188:txBody>
          <a:bodyPr/>
          <a:lstStyle/>
          <a:p>
            <a:r>
              <a:rPr lang="en-US"/>
              <a:t>most participants pulled were nonlocal</a:t>
            </a:r>
          </a:p>
        </p188:txBody>
      </p188:reply>
    </p188:replyLst>
    <p188:txBody>
      <a:bodyPr/>
      <a:lstStyle/>
      <a:p>
        <a:r>
          <a:rPr lang="en-US"/>
          <a:t>put main screens, full wireframe goes in appendix</a:t>
        </a:r>
      </a:p>
    </p188:txBody>
  </p188:cm>
  <p188:cm id="{AA728277-A8E1-4117-A5BC-78C4B0469554}" authorId="{A85115A3-FF42-7ECD-AA0E-E752E16C0119}" status="resolved" created="2022-05-30T14:49:37.358" complete="100000">
    <pc:sldMkLst xmlns:pc="http://schemas.microsoft.com/office/powerpoint/2013/main/command">
      <pc:docMk/>
      <pc:sldMk cId="50967940" sldId="262"/>
    </pc:sldMkLst>
    <p188:txBody>
      <a:bodyPr/>
      <a:lstStyle/>
      <a:p>
        <a:r>
          <a:rPr lang="en-US"/>
          <a:t>designed based off sitemap</a:t>
        </a:r>
      </a:p>
    </p188:txBody>
  </p188:cm>
</p188:cmLst>
</file>

<file path=ppt/comments/modernComment_116_638F72F7.xml><?xml version="1.0" encoding="utf-8"?>
<p188:cmLst xmlns:a="http://schemas.openxmlformats.org/drawingml/2006/main" xmlns:r="http://schemas.openxmlformats.org/officeDocument/2006/relationships" xmlns:p188="http://schemas.microsoft.com/office/powerpoint/2018/8/main">
  <p188:cm id="{8EFE18C3-E329-4CE8-AFB0-2AF67D04A1A7}" authorId="{A85115A3-FF42-7ECD-AA0E-E752E16C0119}" created="2022-05-31T15:42:04.545">
    <pc:sldMkLst xmlns:pc="http://schemas.microsoft.com/office/powerpoint/2013/main/command">
      <pc:docMk/>
      <pc:sldMk cId="1670345463" sldId="278"/>
    </pc:sldMkLst>
    <p188:replyLst>
      <p188:reply id="{0CA6F450-43A0-41D4-9955-D2E64DC261BB}" authorId="{A85115A3-FF42-7ECD-AA0E-E752E16C0119}" created="2022-05-31T21:26:07.447">
        <p188:txBody>
          <a:bodyPr/>
          <a:lstStyle/>
          <a:p>
            <a:r>
              <a:rPr lang="en-US"/>
              <a:t>exisitng nav doesn't make audience clear</a:t>
            </a:r>
          </a:p>
        </p188:txBody>
      </p188:reply>
    </p188:replyLst>
    <p188:txBody>
      <a:bodyPr/>
      <a:lstStyle/>
      <a:p>
        <a:r>
          <a:rPr lang="en-US"/>
          <a:t>Our goal is to reconfigure the navigation to make it easier and more efficient for non-locals, be it tourists or newcomers, to access the information they need about the town. </a:t>
        </a:r>
      </a:p>
    </p188:txBody>
  </p188:cm>
  <p188:cm id="{4F95B6DA-0A6A-4D81-9011-0A9775BFDE85}" authorId="{0943E1B2-FD24-FACD-281E-1704B2A2E1A3}" created="2022-05-31T21:25:39.797">
    <pc:sldMkLst xmlns:pc="http://schemas.microsoft.com/office/powerpoint/2013/main/command">
      <pc:docMk/>
      <pc:sldMk cId="1670345463" sldId="278"/>
    </pc:sldMkLst>
    <p188:txBody>
      <a:bodyPr/>
      <a:lstStyle/>
      <a:p>
        <a:r>
          <a:rPr lang="en-US"/>
          <a:t>The existing nav seemed to want to cater to both locals and non locals (since includes new residents and tourist stuff) but leans to much towards locals</a:t>
        </a:r>
      </a:p>
    </p188:txBody>
  </p188:cm>
</p188:cmLst>
</file>

<file path=ppt/comments/modernComment_119_6F1C7CAA.xml><?xml version="1.0" encoding="utf-8"?>
<p188:cmLst xmlns:a="http://schemas.openxmlformats.org/drawingml/2006/main" xmlns:r="http://schemas.openxmlformats.org/officeDocument/2006/relationships" xmlns:p188="http://schemas.microsoft.com/office/powerpoint/2018/8/main">
  <p188:cm id="{B2D21FDF-FA77-43C5-A352-BBF263CFBE85}" authorId="{A85115A3-FF42-7ECD-AA0E-E752E16C0119}" created="2022-05-30T14:44:12.804">
    <pc:sldMkLst xmlns:pc="http://schemas.microsoft.com/office/powerpoint/2013/main/command">
      <pc:docMk/>
      <pc:sldMk cId="1864137898" sldId="281"/>
    </pc:sldMkLst>
    <p188:txBody>
      <a:bodyPr/>
      <a:lstStyle/>
      <a:p>
        <a:r>
          <a:rPr lang="en-US"/>
          <a:t>some cards at different levels so generalize as needed</a:t>
        </a:r>
      </a:p>
    </p188:txBody>
  </p188:cm>
</p188:cmLst>
</file>

<file path=ppt/comments/modernComment_136_17411F0D.xml><?xml version="1.0" encoding="utf-8"?>
<p188:cmLst xmlns:a="http://schemas.openxmlformats.org/drawingml/2006/main" xmlns:r="http://schemas.openxmlformats.org/officeDocument/2006/relationships" xmlns:p188="http://schemas.microsoft.com/office/powerpoint/2018/8/main">
  <p188:cm id="{3B4408D8-1363-4847-ACDC-56FAF4906D20}" authorId="{A85115A3-FF42-7ECD-AA0E-E752E16C0119}" created="2022-05-30T14:47:58.137">
    <pc:sldMkLst xmlns:pc="http://schemas.microsoft.com/office/powerpoint/2013/main/command">
      <pc:docMk/>
      <pc:sldMk cId="390143757" sldId="310"/>
    </pc:sldMkLst>
    <p188:txBody>
      <a:bodyPr/>
      <a:lstStyle/>
      <a:p>
        <a:r>
          <a:rPr lang="en-US"/>
          <a:t>get rid of some repeptiive stuff we see on next slide already</a:t>
        </a:r>
      </a:p>
    </p188:txBody>
  </p188:cm>
</p188:cmLst>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slide" Target="../slides/slide45.xml"/><Relationship Id="rId3" Type="http://schemas.openxmlformats.org/officeDocument/2006/relationships/slide" Target="../slides/slide34.xml"/><Relationship Id="rId7" Type="http://schemas.openxmlformats.org/officeDocument/2006/relationships/slide" Target="../slides/slide55.xml"/><Relationship Id="rId2" Type="http://schemas.openxmlformats.org/officeDocument/2006/relationships/slide" Target="../slides/slide32.xml"/><Relationship Id="rId1" Type="http://schemas.openxmlformats.org/officeDocument/2006/relationships/slide" Target="../slides/slide29.xml"/><Relationship Id="rId6" Type="http://schemas.openxmlformats.org/officeDocument/2006/relationships/slide" Target="../slides/slide42.xml"/><Relationship Id="rId5" Type="http://schemas.openxmlformats.org/officeDocument/2006/relationships/slide" Target="../slides/slide53.xml"/><Relationship Id="rId4" Type="http://schemas.openxmlformats.org/officeDocument/2006/relationships/slide" Target="../slides/slide52.xml"/></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47B769-5F28-4127-B8AB-0EAA5B701100}" type="doc">
      <dgm:prSet loTypeId="urn:microsoft.com/office/officeart/2018/5/layout/IconCircleLabelList" loCatId="icon" qsTypeId="urn:microsoft.com/office/officeart/2005/8/quickstyle/simple1" qsCatId="simple" csTypeId="urn:microsoft.com/office/officeart/2005/8/colors/accent1_3" csCatId="accent1" phldr="1"/>
      <dgm:spPr/>
      <dgm:t>
        <a:bodyPr/>
        <a:lstStyle/>
        <a:p>
          <a:endParaRPr lang="en-US"/>
        </a:p>
      </dgm:t>
    </dgm:pt>
    <dgm:pt modelId="{F7BA1161-6EB9-48EC-86D2-953C6C9CBC03}">
      <dgm:prSet/>
      <dgm:spPr/>
      <dgm:t>
        <a:bodyPr/>
        <a:lstStyle/>
        <a:p>
          <a:pPr>
            <a:lnSpc>
              <a:spcPct val="100000"/>
            </a:lnSpc>
            <a:defRPr cap="all"/>
          </a:pPr>
          <a:r>
            <a:rPr lang="en-US"/>
            <a:t>Examine and Analyze current information architecture of site</a:t>
          </a:r>
        </a:p>
      </dgm:t>
    </dgm:pt>
    <dgm:pt modelId="{86990C4A-ED2A-44CC-ACF5-130B806699F8}" type="parTrans" cxnId="{34F8A165-7EA7-4032-B6F0-76C03BB5C52D}">
      <dgm:prSet/>
      <dgm:spPr/>
      <dgm:t>
        <a:bodyPr/>
        <a:lstStyle/>
        <a:p>
          <a:endParaRPr lang="en-US"/>
        </a:p>
      </dgm:t>
    </dgm:pt>
    <dgm:pt modelId="{456EEB9E-CE3A-4FEC-A449-606A14E19BC2}" type="sibTrans" cxnId="{34F8A165-7EA7-4032-B6F0-76C03BB5C52D}">
      <dgm:prSet/>
      <dgm:spPr/>
      <dgm:t>
        <a:bodyPr/>
        <a:lstStyle/>
        <a:p>
          <a:endParaRPr lang="en-US"/>
        </a:p>
      </dgm:t>
    </dgm:pt>
    <dgm:pt modelId="{ED6E9C14-5C0E-4508-A465-5100CE70C522}">
      <dgm:prSet/>
      <dgm:spPr/>
      <dgm:t>
        <a:bodyPr/>
        <a:lstStyle/>
        <a:p>
          <a:pPr rtl="0">
            <a:lnSpc>
              <a:spcPct val="100000"/>
            </a:lnSpc>
            <a:defRPr cap="all"/>
          </a:pPr>
          <a:r>
            <a:rPr lang="en-US"/>
            <a:t>Provide changes </a:t>
          </a:r>
          <a:r>
            <a:rPr lang="en-US">
              <a:latin typeface="Century Gothic" panose="020B0502020202020204"/>
            </a:rPr>
            <a:t>to convey meaning better to nonlocals for more efficient navigation</a:t>
          </a:r>
          <a:endParaRPr lang="en-US"/>
        </a:p>
      </dgm:t>
    </dgm:pt>
    <dgm:pt modelId="{33C9F1E3-1058-471F-9242-C06D8A3DC2F5}" type="parTrans" cxnId="{46EACD69-9B98-4B6E-B7E1-2502C6082982}">
      <dgm:prSet/>
      <dgm:spPr/>
      <dgm:t>
        <a:bodyPr/>
        <a:lstStyle/>
        <a:p>
          <a:endParaRPr lang="en-US"/>
        </a:p>
      </dgm:t>
    </dgm:pt>
    <dgm:pt modelId="{42414A3C-FFE9-41B4-B16E-48CC60C2AB58}" type="sibTrans" cxnId="{46EACD69-9B98-4B6E-B7E1-2502C6082982}">
      <dgm:prSet/>
      <dgm:spPr/>
      <dgm:t>
        <a:bodyPr/>
        <a:lstStyle/>
        <a:p>
          <a:endParaRPr lang="en-US"/>
        </a:p>
      </dgm:t>
    </dgm:pt>
    <dgm:pt modelId="{CB9CAFD7-F680-4129-A672-DAE5B182F961}">
      <dgm:prSet/>
      <dgm:spPr/>
      <dgm:t>
        <a:bodyPr/>
        <a:lstStyle/>
        <a:p>
          <a:pPr>
            <a:lnSpc>
              <a:spcPct val="100000"/>
            </a:lnSpc>
            <a:defRPr cap="all"/>
          </a:pPr>
          <a:r>
            <a:rPr lang="en-US"/>
            <a:t>Validate changes</a:t>
          </a:r>
        </a:p>
      </dgm:t>
    </dgm:pt>
    <dgm:pt modelId="{540A6639-407A-4ECD-A58B-ACACEBDAE70E}" type="parTrans" cxnId="{377632FD-F1FC-4861-80F7-B8451C3A33A1}">
      <dgm:prSet/>
      <dgm:spPr/>
      <dgm:t>
        <a:bodyPr/>
        <a:lstStyle/>
        <a:p>
          <a:endParaRPr lang="en-US"/>
        </a:p>
      </dgm:t>
    </dgm:pt>
    <dgm:pt modelId="{B7EFE8E7-AFBE-4989-B973-E00515AF974C}" type="sibTrans" cxnId="{377632FD-F1FC-4861-80F7-B8451C3A33A1}">
      <dgm:prSet/>
      <dgm:spPr/>
      <dgm:t>
        <a:bodyPr/>
        <a:lstStyle/>
        <a:p>
          <a:endParaRPr lang="en-US"/>
        </a:p>
      </dgm:t>
    </dgm:pt>
    <dgm:pt modelId="{0AD7F528-AC59-4261-861A-E656EE3C86F4}" type="pres">
      <dgm:prSet presAssocID="{C347B769-5F28-4127-B8AB-0EAA5B701100}" presName="root" presStyleCnt="0">
        <dgm:presLayoutVars>
          <dgm:dir/>
          <dgm:resizeHandles val="exact"/>
        </dgm:presLayoutVars>
      </dgm:prSet>
      <dgm:spPr/>
    </dgm:pt>
    <dgm:pt modelId="{AFD012D4-801E-468D-83E6-4184B14F0016}" type="pres">
      <dgm:prSet presAssocID="{F7BA1161-6EB9-48EC-86D2-953C6C9CBC03}" presName="compNode" presStyleCnt="0"/>
      <dgm:spPr/>
    </dgm:pt>
    <dgm:pt modelId="{F2D23AD6-F405-4BB0-B3C5-C1125A7E565C}" type="pres">
      <dgm:prSet presAssocID="{F7BA1161-6EB9-48EC-86D2-953C6C9CBC03}" presName="iconBgRect" presStyleLbl="bgShp" presStyleIdx="0" presStyleCnt="3"/>
      <dgm:spPr/>
    </dgm:pt>
    <dgm:pt modelId="{A7352E79-C7FE-4DB7-82F3-65A1DDF90142}" type="pres">
      <dgm:prSet presAssocID="{F7BA1161-6EB9-48EC-86D2-953C6C9CBC0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Magnifying glass"/>
        </a:ext>
      </dgm:extLst>
    </dgm:pt>
    <dgm:pt modelId="{A9B12907-69AA-460C-B949-5FBDE31379D6}" type="pres">
      <dgm:prSet presAssocID="{F7BA1161-6EB9-48EC-86D2-953C6C9CBC03}" presName="spaceRect" presStyleCnt="0"/>
      <dgm:spPr/>
    </dgm:pt>
    <dgm:pt modelId="{EE51990E-188E-4743-B805-5D17883B7099}" type="pres">
      <dgm:prSet presAssocID="{F7BA1161-6EB9-48EC-86D2-953C6C9CBC03}" presName="textRect" presStyleLbl="revTx" presStyleIdx="0" presStyleCnt="3">
        <dgm:presLayoutVars>
          <dgm:chMax val="1"/>
          <dgm:chPref val="1"/>
        </dgm:presLayoutVars>
      </dgm:prSet>
      <dgm:spPr/>
    </dgm:pt>
    <dgm:pt modelId="{42B801F9-AAB5-4CB4-8D94-381AC88D520B}" type="pres">
      <dgm:prSet presAssocID="{456EEB9E-CE3A-4FEC-A449-606A14E19BC2}" presName="sibTrans" presStyleCnt="0"/>
      <dgm:spPr/>
    </dgm:pt>
    <dgm:pt modelId="{D783A600-841E-4BA1-97DB-6CA49E5C546F}" type="pres">
      <dgm:prSet presAssocID="{ED6E9C14-5C0E-4508-A465-5100CE70C522}" presName="compNode" presStyleCnt="0"/>
      <dgm:spPr/>
    </dgm:pt>
    <dgm:pt modelId="{BEC91FD9-ED28-4B64-8A21-F4D0B2FE13E7}" type="pres">
      <dgm:prSet presAssocID="{ED6E9C14-5C0E-4508-A465-5100CE70C522}" presName="iconBgRect" presStyleLbl="bgShp" presStyleIdx="1" presStyleCnt="3"/>
      <dgm:spPr/>
    </dgm:pt>
    <dgm:pt modelId="{9C0DBD66-5B3E-487D-839D-BB4FA20889D1}" type="pres">
      <dgm:prSet presAssocID="{ED6E9C14-5C0E-4508-A465-5100CE70C522}"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Checkmark"/>
        </a:ext>
      </dgm:extLst>
    </dgm:pt>
    <dgm:pt modelId="{CEAEBC32-C714-49E2-81B7-FDA189941F5A}" type="pres">
      <dgm:prSet presAssocID="{ED6E9C14-5C0E-4508-A465-5100CE70C522}" presName="spaceRect" presStyleCnt="0"/>
      <dgm:spPr/>
    </dgm:pt>
    <dgm:pt modelId="{D46C2DF3-830A-4EA3-B1B5-67E7A54CD54B}" type="pres">
      <dgm:prSet presAssocID="{ED6E9C14-5C0E-4508-A465-5100CE70C522}" presName="textRect" presStyleLbl="revTx" presStyleIdx="1" presStyleCnt="3">
        <dgm:presLayoutVars>
          <dgm:chMax val="1"/>
          <dgm:chPref val="1"/>
        </dgm:presLayoutVars>
      </dgm:prSet>
      <dgm:spPr/>
    </dgm:pt>
    <dgm:pt modelId="{61720ACC-0B5D-4006-B51D-80A5001E4D02}" type="pres">
      <dgm:prSet presAssocID="{42414A3C-FFE9-41B4-B16E-48CC60C2AB58}" presName="sibTrans" presStyleCnt="0"/>
      <dgm:spPr/>
    </dgm:pt>
    <dgm:pt modelId="{E3303081-EB1B-47FB-A466-767404FD0554}" type="pres">
      <dgm:prSet presAssocID="{CB9CAFD7-F680-4129-A672-DAE5B182F961}" presName="compNode" presStyleCnt="0"/>
      <dgm:spPr/>
    </dgm:pt>
    <dgm:pt modelId="{9F8F225E-32D1-458A-A770-E45338A8F8CC}" type="pres">
      <dgm:prSet presAssocID="{CB9CAFD7-F680-4129-A672-DAE5B182F961}" presName="iconBgRect" presStyleLbl="bgShp" presStyleIdx="2" presStyleCnt="3"/>
      <dgm:spPr/>
    </dgm:pt>
    <dgm:pt modelId="{1A6CBD05-51BE-47D2-9F47-B09E75F667B4}" type="pres">
      <dgm:prSet presAssocID="{CB9CAFD7-F680-4129-A672-DAE5B182F961}" presName="iconRect" presStyleLbl="node1" presStyleIdx="2" presStyleCnt="3"/>
      <dgm:spPr>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Check List"/>
        </a:ext>
      </dgm:extLst>
    </dgm:pt>
    <dgm:pt modelId="{09CECD3A-BCC7-44BC-9820-9376525E7609}" type="pres">
      <dgm:prSet presAssocID="{CB9CAFD7-F680-4129-A672-DAE5B182F961}" presName="spaceRect" presStyleCnt="0"/>
      <dgm:spPr/>
    </dgm:pt>
    <dgm:pt modelId="{B2C5E695-FEE9-436C-B49A-3F01EC870E8E}" type="pres">
      <dgm:prSet presAssocID="{CB9CAFD7-F680-4129-A672-DAE5B182F961}" presName="textRect" presStyleLbl="revTx" presStyleIdx="2" presStyleCnt="3">
        <dgm:presLayoutVars>
          <dgm:chMax val="1"/>
          <dgm:chPref val="1"/>
        </dgm:presLayoutVars>
      </dgm:prSet>
      <dgm:spPr/>
    </dgm:pt>
  </dgm:ptLst>
  <dgm:cxnLst>
    <dgm:cxn modelId="{126A7303-9C12-452D-8301-94DDA685961D}" type="presOf" srcId="{ED6E9C14-5C0E-4508-A465-5100CE70C522}" destId="{D46C2DF3-830A-4EA3-B1B5-67E7A54CD54B}" srcOrd="0" destOrd="0" presId="urn:microsoft.com/office/officeart/2018/5/layout/IconCircleLabelList"/>
    <dgm:cxn modelId="{02EE9903-4009-42EA-B878-745CF179AEE5}" type="presOf" srcId="{F7BA1161-6EB9-48EC-86D2-953C6C9CBC03}" destId="{EE51990E-188E-4743-B805-5D17883B7099}" srcOrd="0" destOrd="0" presId="urn:microsoft.com/office/officeart/2018/5/layout/IconCircleLabelList"/>
    <dgm:cxn modelId="{34F8A165-7EA7-4032-B6F0-76C03BB5C52D}" srcId="{C347B769-5F28-4127-B8AB-0EAA5B701100}" destId="{F7BA1161-6EB9-48EC-86D2-953C6C9CBC03}" srcOrd="0" destOrd="0" parTransId="{86990C4A-ED2A-44CC-ACF5-130B806699F8}" sibTransId="{456EEB9E-CE3A-4FEC-A449-606A14E19BC2}"/>
    <dgm:cxn modelId="{46EACD69-9B98-4B6E-B7E1-2502C6082982}" srcId="{C347B769-5F28-4127-B8AB-0EAA5B701100}" destId="{ED6E9C14-5C0E-4508-A465-5100CE70C522}" srcOrd="1" destOrd="0" parTransId="{33C9F1E3-1058-471F-9242-C06D8A3DC2F5}" sibTransId="{42414A3C-FFE9-41B4-B16E-48CC60C2AB58}"/>
    <dgm:cxn modelId="{AA3F9855-5102-46C5-88BA-953608A9C87A}" type="presOf" srcId="{C347B769-5F28-4127-B8AB-0EAA5B701100}" destId="{0AD7F528-AC59-4261-861A-E656EE3C86F4}" srcOrd="0" destOrd="0" presId="urn:microsoft.com/office/officeart/2018/5/layout/IconCircleLabelList"/>
    <dgm:cxn modelId="{8AC884B9-3AB5-4ADC-8925-99612E528283}" type="presOf" srcId="{CB9CAFD7-F680-4129-A672-DAE5B182F961}" destId="{B2C5E695-FEE9-436C-B49A-3F01EC870E8E}" srcOrd="0" destOrd="0" presId="urn:microsoft.com/office/officeart/2018/5/layout/IconCircleLabelList"/>
    <dgm:cxn modelId="{377632FD-F1FC-4861-80F7-B8451C3A33A1}" srcId="{C347B769-5F28-4127-B8AB-0EAA5B701100}" destId="{CB9CAFD7-F680-4129-A672-DAE5B182F961}" srcOrd="2" destOrd="0" parTransId="{540A6639-407A-4ECD-A58B-ACACEBDAE70E}" sibTransId="{B7EFE8E7-AFBE-4989-B973-E00515AF974C}"/>
    <dgm:cxn modelId="{97180587-3DDD-46A2-A341-E1B3C2804A9A}" type="presParOf" srcId="{0AD7F528-AC59-4261-861A-E656EE3C86F4}" destId="{AFD012D4-801E-468D-83E6-4184B14F0016}" srcOrd="0" destOrd="0" presId="urn:microsoft.com/office/officeart/2018/5/layout/IconCircleLabelList"/>
    <dgm:cxn modelId="{8F41A87D-DEDF-48D4-BAC4-E95B34496E5D}" type="presParOf" srcId="{AFD012D4-801E-468D-83E6-4184B14F0016}" destId="{F2D23AD6-F405-4BB0-B3C5-C1125A7E565C}" srcOrd="0" destOrd="0" presId="urn:microsoft.com/office/officeart/2018/5/layout/IconCircleLabelList"/>
    <dgm:cxn modelId="{3D0DBBD3-C620-4885-9675-45696030B8FA}" type="presParOf" srcId="{AFD012D4-801E-468D-83E6-4184B14F0016}" destId="{A7352E79-C7FE-4DB7-82F3-65A1DDF90142}" srcOrd="1" destOrd="0" presId="urn:microsoft.com/office/officeart/2018/5/layout/IconCircleLabelList"/>
    <dgm:cxn modelId="{FCD29232-D2DF-423E-AFFA-C0AFE23079E8}" type="presParOf" srcId="{AFD012D4-801E-468D-83E6-4184B14F0016}" destId="{A9B12907-69AA-460C-B949-5FBDE31379D6}" srcOrd="2" destOrd="0" presId="urn:microsoft.com/office/officeart/2018/5/layout/IconCircleLabelList"/>
    <dgm:cxn modelId="{ECDD2DC3-59A0-4C43-9CE9-7F4026B01D0B}" type="presParOf" srcId="{AFD012D4-801E-468D-83E6-4184B14F0016}" destId="{EE51990E-188E-4743-B805-5D17883B7099}" srcOrd="3" destOrd="0" presId="urn:microsoft.com/office/officeart/2018/5/layout/IconCircleLabelList"/>
    <dgm:cxn modelId="{FAFBBD5F-A0F3-43E5-ABAB-DAC128033D4E}" type="presParOf" srcId="{0AD7F528-AC59-4261-861A-E656EE3C86F4}" destId="{42B801F9-AAB5-4CB4-8D94-381AC88D520B}" srcOrd="1" destOrd="0" presId="urn:microsoft.com/office/officeart/2018/5/layout/IconCircleLabelList"/>
    <dgm:cxn modelId="{1A5A5D25-117E-4185-BEB0-0C1FA86F864B}" type="presParOf" srcId="{0AD7F528-AC59-4261-861A-E656EE3C86F4}" destId="{D783A600-841E-4BA1-97DB-6CA49E5C546F}" srcOrd="2" destOrd="0" presId="urn:microsoft.com/office/officeart/2018/5/layout/IconCircleLabelList"/>
    <dgm:cxn modelId="{75F45F8A-3772-4598-8E81-63D37B2B1AB6}" type="presParOf" srcId="{D783A600-841E-4BA1-97DB-6CA49E5C546F}" destId="{BEC91FD9-ED28-4B64-8A21-F4D0B2FE13E7}" srcOrd="0" destOrd="0" presId="urn:microsoft.com/office/officeart/2018/5/layout/IconCircleLabelList"/>
    <dgm:cxn modelId="{902395B8-60E5-47C7-988E-E19F10089176}" type="presParOf" srcId="{D783A600-841E-4BA1-97DB-6CA49E5C546F}" destId="{9C0DBD66-5B3E-487D-839D-BB4FA20889D1}" srcOrd="1" destOrd="0" presId="urn:microsoft.com/office/officeart/2018/5/layout/IconCircleLabelList"/>
    <dgm:cxn modelId="{DF0962EA-83ED-4303-A1C7-4F4BA8C1C04A}" type="presParOf" srcId="{D783A600-841E-4BA1-97DB-6CA49E5C546F}" destId="{CEAEBC32-C714-49E2-81B7-FDA189941F5A}" srcOrd="2" destOrd="0" presId="urn:microsoft.com/office/officeart/2018/5/layout/IconCircleLabelList"/>
    <dgm:cxn modelId="{06C2CA5D-7903-4124-8295-5ADB5D17C926}" type="presParOf" srcId="{D783A600-841E-4BA1-97DB-6CA49E5C546F}" destId="{D46C2DF3-830A-4EA3-B1B5-67E7A54CD54B}" srcOrd="3" destOrd="0" presId="urn:microsoft.com/office/officeart/2018/5/layout/IconCircleLabelList"/>
    <dgm:cxn modelId="{6EBF0BC0-4768-424C-B548-8F8ACC3FD6AB}" type="presParOf" srcId="{0AD7F528-AC59-4261-861A-E656EE3C86F4}" destId="{61720ACC-0B5D-4006-B51D-80A5001E4D02}" srcOrd="3" destOrd="0" presId="urn:microsoft.com/office/officeart/2018/5/layout/IconCircleLabelList"/>
    <dgm:cxn modelId="{46EF58DF-BED3-458D-85D3-4A3C972F4C69}" type="presParOf" srcId="{0AD7F528-AC59-4261-861A-E656EE3C86F4}" destId="{E3303081-EB1B-47FB-A466-767404FD0554}" srcOrd="4" destOrd="0" presId="urn:microsoft.com/office/officeart/2018/5/layout/IconCircleLabelList"/>
    <dgm:cxn modelId="{7ACF1D90-0EFC-4CB9-BF6F-36262A0BB839}" type="presParOf" srcId="{E3303081-EB1B-47FB-A466-767404FD0554}" destId="{9F8F225E-32D1-458A-A770-E45338A8F8CC}" srcOrd="0" destOrd="0" presId="urn:microsoft.com/office/officeart/2018/5/layout/IconCircleLabelList"/>
    <dgm:cxn modelId="{DD68DE99-115C-4DC6-A620-8DDE41E76EC0}" type="presParOf" srcId="{E3303081-EB1B-47FB-A466-767404FD0554}" destId="{1A6CBD05-51BE-47D2-9F47-B09E75F667B4}" srcOrd="1" destOrd="0" presId="urn:microsoft.com/office/officeart/2018/5/layout/IconCircleLabelList"/>
    <dgm:cxn modelId="{07DCC8A4-6245-42B3-91EA-BCE75E0A0E44}" type="presParOf" srcId="{E3303081-EB1B-47FB-A466-767404FD0554}" destId="{09CECD3A-BCC7-44BC-9820-9376525E7609}" srcOrd="2" destOrd="0" presId="urn:microsoft.com/office/officeart/2018/5/layout/IconCircleLabelList"/>
    <dgm:cxn modelId="{B24A8B62-9D8B-47BB-A5F5-E2357B3FDDFC}" type="presParOf" srcId="{E3303081-EB1B-47FB-A466-767404FD0554}" destId="{B2C5E695-FEE9-436C-B49A-3F01EC870E8E}"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9245A6-195F-4FE5-B216-7D5B39F9D856}"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89660004-9549-4B14-928C-E60F1C544AEB}">
      <dgm:prSet phldrT="[Text]" phldr="0"/>
      <dgm:spPr/>
      <dgm:t>
        <a:bodyPr/>
        <a:lstStyle/>
        <a:p>
          <a:pPr rtl="0"/>
          <a:r>
            <a:rPr lang="en-US">
              <a:latin typeface="Century Gothic" panose="020B0502020202020204"/>
            </a:rPr>
            <a:t>Defined Scope</a:t>
          </a:r>
          <a:endParaRPr lang="en-US"/>
        </a:p>
      </dgm:t>
    </dgm:pt>
    <dgm:pt modelId="{0A359C7C-DA84-4564-8B2F-F09816F9CE59}" type="parTrans" cxnId="{64EAB38A-EAD8-4E72-933F-562DC5AB0AA5}">
      <dgm:prSet/>
      <dgm:spPr/>
      <dgm:t>
        <a:bodyPr/>
        <a:lstStyle/>
        <a:p>
          <a:endParaRPr lang="en-US"/>
        </a:p>
      </dgm:t>
    </dgm:pt>
    <dgm:pt modelId="{5054CC82-23EF-4480-9918-B9798A578240}" type="sibTrans" cxnId="{64EAB38A-EAD8-4E72-933F-562DC5AB0AA5}">
      <dgm:prSet/>
      <dgm:spPr/>
      <dgm:t>
        <a:bodyPr/>
        <a:lstStyle/>
        <a:p>
          <a:endParaRPr lang="en-US"/>
        </a:p>
      </dgm:t>
    </dgm:pt>
    <dgm:pt modelId="{10F0CA19-1194-46D7-8BA6-A58D4212911B}">
      <dgm:prSet phldrT="[Text]" phldr="0"/>
      <dgm:spPr/>
      <dgm:t>
        <a:bodyPr/>
        <a:lstStyle/>
        <a:p>
          <a:pPr rtl="0"/>
          <a:r>
            <a:rPr lang="en-US">
              <a:latin typeface="Century Gothic" panose="020B0502020202020204"/>
            </a:rPr>
            <a:t>Defined Personas</a:t>
          </a:r>
          <a:endParaRPr lang="en-US"/>
        </a:p>
      </dgm:t>
    </dgm:pt>
    <dgm:pt modelId="{F988B275-94BE-40D4-B1F6-E21394B8AE61}" type="parTrans" cxnId="{587EBB12-01FB-4B7C-ABF9-AD8453D224F6}">
      <dgm:prSet/>
      <dgm:spPr/>
      <dgm:t>
        <a:bodyPr/>
        <a:lstStyle/>
        <a:p>
          <a:endParaRPr lang="en-US"/>
        </a:p>
      </dgm:t>
    </dgm:pt>
    <dgm:pt modelId="{097555E9-E979-49F9-BE76-A944C6C0D5B8}" type="sibTrans" cxnId="{587EBB12-01FB-4B7C-ABF9-AD8453D224F6}">
      <dgm:prSet/>
      <dgm:spPr/>
      <dgm:t>
        <a:bodyPr/>
        <a:lstStyle/>
        <a:p>
          <a:endParaRPr lang="en-US"/>
        </a:p>
      </dgm:t>
    </dgm:pt>
    <dgm:pt modelId="{C731F9CE-C1C4-4C48-A813-40B44CB04F41}">
      <dgm:prSet phldrT="[Text]" phldr="0"/>
      <dgm:spPr/>
      <dgm:t>
        <a:bodyPr/>
        <a:lstStyle/>
        <a:p>
          <a:pPr rtl="0"/>
          <a:r>
            <a:rPr lang="en-US">
              <a:latin typeface="Century Gothic" panose="020B0502020202020204"/>
            </a:rPr>
            <a:t>Content Inventory</a:t>
          </a:r>
          <a:endParaRPr lang="en-US"/>
        </a:p>
      </dgm:t>
    </dgm:pt>
    <dgm:pt modelId="{88238453-17AD-4810-BD17-2BA2E7CB9667}" type="parTrans" cxnId="{B26F4667-6AF6-4084-A32B-66C378325B08}">
      <dgm:prSet/>
      <dgm:spPr/>
      <dgm:t>
        <a:bodyPr/>
        <a:lstStyle/>
        <a:p>
          <a:endParaRPr lang="en-US"/>
        </a:p>
      </dgm:t>
    </dgm:pt>
    <dgm:pt modelId="{6838232D-3ED5-49F9-B2D5-E17A32A63D26}" type="sibTrans" cxnId="{B26F4667-6AF6-4084-A32B-66C378325B08}">
      <dgm:prSet/>
      <dgm:spPr/>
      <dgm:t>
        <a:bodyPr/>
        <a:lstStyle/>
        <a:p>
          <a:endParaRPr lang="en-US"/>
        </a:p>
      </dgm:t>
    </dgm:pt>
    <dgm:pt modelId="{B3758BF0-B47B-4C58-A9D0-AF662037E7DB}">
      <dgm:prSet phldrT="[Text]" phldr="0"/>
      <dgm:spPr/>
      <dgm:t>
        <a:bodyPr/>
        <a:lstStyle/>
        <a:p>
          <a:pPr rtl="0"/>
          <a:r>
            <a:rPr lang="en-US">
              <a:latin typeface="Century Gothic" panose="020B0502020202020204"/>
            </a:rPr>
            <a:t>Card Sorts</a:t>
          </a:r>
          <a:endParaRPr lang="en-US"/>
        </a:p>
      </dgm:t>
    </dgm:pt>
    <dgm:pt modelId="{AD868D7B-F728-4911-ACEF-8513AA9F1389}" type="parTrans" cxnId="{2C67EB7C-A354-4AE2-91BB-1D99D8C2F99B}">
      <dgm:prSet/>
      <dgm:spPr/>
      <dgm:t>
        <a:bodyPr/>
        <a:lstStyle/>
        <a:p>
          <a:endParaRPr lang="en-US"/>
        </a:p>
      </dgm:t>
    </dgm:pt>
    <dgm:pt modelId="{56112516-8966-450C-A445-F74DB5C79C63}" type="sibTrans" cxnId="{2C67EB7C-A354-4AE2-91BB-1D99D8C2F99B}">
      <dgm:prSet/>
      <dgm:spPr/>
      <dgm:t>
        <a:bodyPr/>
        <a:lstStyle/>
        <a:p>
          <a:endParaRPr lang="en-US"/>
        </a:p>
      </dgm:t>
    </dgm:pt>
    <dgm:pt modelId="{DBB00468-5BCF-4E1F-B478-76CF43B5D583}">
      <dgm:prSet phldrT="[Text]" phldr="0"/>
      <dgm:spPr/>
      <dgm:t>
        <a:bodyPr/>
        <a:lstStyle/>
        <a:p>
          <a:pPr rtl="0"/>
          <a:r>
            <a:rPr lang="en-US">
              <a:latin typeface="Century Gothic" panose="020B0502020202020204"/>
            </a:rPr>
            <a:t>Site Map Draft</a:t>
          </a:r>
          <a:endParaRPr lang="en-US"/>
        </a:p>
      </dgm:t>
    </dgm:pt>
    <dgm:pt modelId="{3661218B-BB0A-403E-9D90-0191E65447B6}" type="parTrans" cxnId="{62251769-7D8E-4FEA-BB71-747D8F09AAB5}">
      <dgm:prSet/>
      <dgm:spPr/>
      <dgm:t>
        <a:bodyPr/>
        <a:lstStyle/>
        <a:p>
          <a:endParaRPr lang="en-US"/>
        </a:p>
      </dgm:t>
    </dgm:pt>
    <dgm:pt modelId="{0D1F5926-E1F8-4338-91E6-27BF9B517290}" type="sibTrans" cxnId="{62251769-7D8E-4FEA-BB71-747D8F09AAB5}">
      <dgm:prSet/>
      <dgm:spPr/>
      <dgm:t>
        <a:bodyPr/>
        <a:lstStyle/>
        <a:p>
          <a:endParaRPr lang="en-US"/>
        </a:p>
      </dgm:t>
    </dgm:pt>
    <dgm:pt modelId="{8F048DA6-0344-4A67-B24A-AAD00428F85B}">
      <dgm:prSet phldr="0"/>
      <dgm:spPr/>
      <dgm:t>
        <a:bodyPr/>
        <a:lstStyle/>
        <a:p>
          <a:pPr rtl="0"/>
          <a:r>
            <a:rPr lang="en-US">
              <a:latin typeface="Century Gothic" panose="020B0502020202020204"/>
            </a:rPr>
            <a:t>Tree Test</a:t>
          </a:r>
        </a:p>
      </dgm:t>
    </dgm:pt>
    <dgm:pt modelId="{5D217475-AF5E-4675-B829-43674DC73FA3}" type="parTrans" cxnId="{A7F51C8A-9E97-40F7-9B8C-E8865724D304}">
      <dgm:prSet/>
      <dgm:spPr/>
    </dgm:pt>
    <dgm:pt modelId="{099789A3-443C-4B1F-8E74-56A27A1E38E4}" type="sibTrans" cxnId="{A7F51C8A-9E97-40F7-9B8C-E8865724D304}">
      <dgm:prSet/>
      <dgm:spPr/>
      <dgm:t>
        <a:bodyPr/>
        <a:lstStyle/>
        <a:p>
          <a:endParaRPr lang="en-US"/>
        </a:p>
      </dgm:t>
    </dgm:pt>
    <dgm:pt modelId="{20791394-55F2-4A29-A964-73BBD80E3A8A}">
      <dgm:prSet phldr="0"/>
      <dgm:spPr/>
      <dgm:t>
        <a:bodyPr/>
        <a:lstStyle/>
        <a:p>
          <a:pPr rtl="0"/>
          <a:r>
            <a:rPr lang="en-US">
              <a:latin typeface="Century Gothic" panose="020B0502020202020204"/>
            </a:rPr>
            <a:t>Final </a:t>
          </a:r>
          <a:r>
            <a:rPr lang="en-US" err="1">
              <a:latin typeface="Century Gothic" panose="020B0502020202020204"/>
            </a:rPr>
            <a:t>SIte</a:t>
          </a:r>
          <a:r>
            <a:rPr lang="en-US">
              <a:latin typeface="Century Gothic" panose="020B0502020202020204"/>
            </a:rPr>
            <a:t> Map</a:t>
          </a:r>
        </a:p>
      </dgm:t>
    </dgm:pt>
    <dgm:pt modelId="{8DAC0B52-74C6-4078-A722-98391D406E8B}" type="parTrans" cxnId="{3CEB15D6-3572-4B0C-996C-E14A924A172E}">
      <dgm:prSet/>
      <dgm:spPr/>
    </dgm:pt>
    <dgm:pt modelId="{2781279F-66FE-47DD-8DDC-47F58EC30446}" type="sibTrans" cxnId="{3CEB15D6-3572-4B0C-996C-E14A924A172E}">
      <dgm:prSet/>
      <dgm:spPr/>
      <dgm:t>
        <a:bodyPr/>
        <a:lstStyle/>
        <a:p>
          <a:endParaRPr lang="en-US"/>
        </a:p>
      </dgm:t>
    </dgm:pt>
    <dgm:pt modelId="{DD8A7611-4862-46B5-8099-4BCA4C3B3FFB}">
      <dgm:prSet phldr="0"/>
      <dgm:spPr/>
      <dgm:t>
        <a:bodyPr/>
        <a:lstStyle/>
        <a:p>
          <a:pPr rtl="0"/>
          <a:r>
            <a:rPr lang="en-US">
              <a:latin typeface="Century Gothic" panose="020B0502020202020204"/>
            </a:rPr>
            <a:t>round 1</a:t>
          </a:r>
        </a:p>
      </dgm:t>
    </dgm:pt>
    <dgm:pt modelId="{AFBBC427-8D26-46B1-9478-53B4A9C857EC}" type="parTrans" cxnId="{9961F283-8C40-49B7-A4A2-36D172A9E84C}">
      <dgm:prSet/>
      <dgm:spPr/>
    </dgm:pt>
    <dgm:pt modelId="{79AD1D03-7333-470A-BA0C-2DD323747E6B}" type="sibTrans" cxnId="{9961F283-8C40-49B7-A4A2-36D172A9E84C}">
      <dgm:prSet/>
      <dgm:spPr/>
      <dgm:t>
        <a:bodyPr/>
        <a:lstStyle/>
        <a:p>
          <a:endParaRPr lang="en-US"/>
        </a:p>
      </dgm:t>
    </dgm:pt>
    <dgm:pt modelId="{F312AB43-853B-4F62-A193-9833E657FBCA}">
      <dgm:prSet phldr="0"/>
      <dgm:spPr/>
      <dgm:t>
        <a:bodyPr/>
        <a:lstStyle/>
        <a:p>
          <a:pPr rtl="0"/>
          <a:r>
            <a:rPr lang="en-US">
              <a:latin typeface="Century Gothic" panose="020B0502020202020204"/>
            </a:rPr>
            <a:t>Round 2</a:t>
          </a:r>
        </a:p>
      </dgm:t>
    </dgm:pt>
    <dgm:pt modelId="{1E2C5DAA-CFE0-4BF7-90A8-D7710806AB8C}" type="parTrans" cxnId="{5A08EF65-F2D2-4296-BA1A-B0822986C22C}">
      <dgm:prSet/>
      <dgm:spPr/>
    </dgm:pt>
    <dgm:pt modelId="{83A79ECC-F10D-4331-B6A2-6E5DC00DC19B}" type="sibTrans" cxnId="{5A08EF65-F2D2-4296-BA1A-B0822986C22C}">
      <dgm:prSet/>
      <dgm:spPr/>
      <dgm:t>
        <a:bodyPr/>
        <a:lstStyle/>
        <a:p>
          <a:endParaRPr lang="en-US"/>
        </a:p>
      </dgm:t>
    </dgm:pt>
    <dgm:pt modelId="{19A51318-B74D-4A00-8A17-E7720DF7011C}">
      <dgm:prSet phldr="0"/>
      <dgm:spPr/>
      <dgm:t>
        <a:bodyPr/>
        <a:lstStyle/>
        <a:p>
          <a:pPr rtl="0"/>
          <a:r>
            <a:rPr lang="en-US">
              <a:latin typeface="Century Gothic" panose="020B0502020202020204"/>
            </a:rPr>
            <a:t>Wireframe Draft</a:t>
          </a:r>
        </a:p>
      </dgm:t>
    </dgm:pt>
    <dgm:pt modelId="{039DC32C-7AFD-41F1-8BDC-79CB70FA56B3}" type="parTrans" cxnId="{90EF2D01-707E-4C5A-82A6-FBF00A7E9AE1}">
      <dgm:prSet/>
      <dgm:spPr/>
    </dgm:pt>
    <dgm:pt modelId="{EAD3F779-2D0D-4F14-8035-46779E998377}" type="sibTrans" cxnId="{90EF2D01-707E-4C5A-82A6-FBF00A7E9AE1}">
      <dgm:prSet/>
      <dgm:spPr/>
      <dgm:t>
        <a:bodyPr/>
        <a:lstStyle/>
        <a:p>
          <a:endParaRPr lang="en-US"/>
        </a:p>
      </dgm:t>
    </dgm:pt>
    <dgm:pt modelId="{BBC1D4A3-AA6D-4722-A022-8A8FFC867D77}">
      <dgm:prSet phldr="0"/>
      <dgm:spPr/>
      <dgm:t>
        <a:bodyPr/>
        <a:lstStyle/>
        <a:p>
          <a:pPr rtl="0"/>
          <a:r>
            <a:rPr lang="en-US">
              <a:latin typeface="Century Gothic" panose="020B0502020202020204"/>
            </a:rPr>
            <a:t>Final Wireframe</a:t>
          </a:r>
        </a:p>
      </dgm:t>
    </dgm:pt>
    <dgm:pt modelId="{5EF2511E-FF46-4F34-A57C-8A7866B4ECDC}" type="parTrans" cxnId="{DFE94FAE-35AE-4D4C-A3A2-92E7FD161973}">
      <dgm:prSet/>
      <dgm:spPr/>
    </dgm:pt>
    <dgm:pt modelId="{8A4E6E5B-CDB5-4D9A-958E-6CA4AFECD19D}" type="sibTrans" cxnId="{DFE94FAE-35AE-4D4C-A3A2-92E7FD161973}">
      <dgm:prSet/>
      <dgm:spPr/>
    </dgm:pt>
    <dgm:pt modelId="{2C584DB0-6783-493D-91A8-605E51DAE4CC}">
      <dgm:prSet phldr="0"/>
      <dgm:spPr/>
      <dgm:t>
        <a:bodyPr/>
        <a:lstStyle/>
        <a:p>
          <a:pPr rtl="0"/>
          <a:r>
            <a:rPr lang="en-US">
              <a:latin typeface="Century Gothic" panose="020B0502020202020204"/>
            </a:rPr>
            <a:t>First Click Testing</a:t>
          </a:r>
        </a:p>
      </dgm:t>
    </dgm:pt>
    <dgm:pt modelId="{4674DF81-1A69-422B-BA30-D024C04661FE}" type="parTrans" cxnId="{59CDF5E2-4C09-4F51-B891-2273784F1617}">
      <dgm:prSet/>
      <dgm:spPr/>
    </dgm:pt>
    <dgm:pt modelId="{C45A15A2-FDE4-4D0E-9936-A631A9CB9EA7}" type="sibTrans" cxnId="{59CDF5E2-4C09-4F51-B891-2273784F1617}">
      <dgm:prSet/>
      <dgm:spPr/>
      <dgm:t>
        <a:bodyPr/>
        <a:lstStyle/>
        <a:p>
          <a:endParaRPr lang="en-US"/>
        </a:p>
      </dgm:t>
    </dgm:pt>
    <dgm:pt modelId="{B71502CC-14F0-40E8-8726-1C885F2F54FF}" type="pres">
      <dgm:prSet presAssocID="{529245A6-195F-4FE5-B216-7D5B39F9D856}" presName="diagram" presStyleCnt="0">
        <dgm:presLayoutVars>
          <dgm:dir/>
          <dgm:resizeHandles val="exact"/>
        </dgm:presLayoutVars>
      </dgm:prSet>
      <dgm:spPr/>
    </dgm:pt>
    <dgm:pt modelId="{E5152351-98E8-4308-8248-84AE48F3F042}" type="pres">
      <dgm:prSet presAssocID="{89660004-9549-4B14-928C-E60F1C544AEB}" presName="node" presStyleLbl="node1" presStyleIdx="0" presStyleCnt="10">
        <dgm:presLayoutVars>
          <dgm:bulletEnabled val="1"/>
        </dgm:presLayoutVars>
      </dgm:prSet>
      <dgm:spPr/>
    </dgm:pt>
    <dgm:pt modelId="{6028FA06-5E86-4906-B1B1-88887A7D0EAA}" type="pres">
      <dgm:prSet presAssocID="{5054CC82-23EF-4480-9918-B9798A578240}" presName="sibTrans" presStyleLbl="sibTrans2D1" presStyleIdx="0" presStyleCnt="9"/>
      <dgm:spPr/>
    </dgm:pt>
    <dgm:pt modelId="{1AC99F16-75EA-4B84-9886-8397D11FFB0A}" type="pres">
      <dgm:prSet presAssocID="{5054CC82-23EF-4480-9918-B9798A578240}" presName="connectorText" presStyleLbl="sibTrans2D1" presStyleIdx="0" presStyleCnt="9"/>
      <dgm:spPr/>
    </dgm:pt>
    <dgm:pt modelId="{F0195DB6-B66E-419F-B298-B910B7879561}" type="pres">
      <dgm:prSet presAssocID="{10F0CA19-1194-46D7-8BA6-A58D4212911B}" presName="node" presStyleLbl="node1" presStyleIdx="1" presStyleCnt="10">
        <dgm:presLayoutVars>
          <dgm:bulletEnabled val="1"/>
        </dgm:presLayoutVars>
      </dgm:prSet>
      <dgm:spPr/>
    </dgm:pt>
    <dgm:pt modelId="{FA22BAC8-471B-4B5F-A3A3-F78BA6F84E25}" type="pres">
      <dgm:prSet presAssocID="{097555E9-E979-49F9-BE76-A944C6C0D5B8}" presName="sibTrans" presStyleLbl="sibTrans2D1" presStyleIdx="1" presStyleCnt="9"/>
      <dgm:spPr/>
    </dgm:pt>
    <dgm:pt modelId="{88B4B6E1-C063-42ED-BE9E-3E90EF72B66F}" type="pres">
      <dgm:prSet presAssocID="{097555E9-E979-49F9-BE76-A944C6C0D5B8}" presName="connectorText" presStyleLbl="sibTrans2D1" presStyleIdx="1" presStyleCnt="9"/>
      <dgm:spPr/>
    </dgm:pt>
    <dgm:pt modelId="{869F1AA9-FB95-4C59-8799-7DDF801AA48F}" type="pres">
      <dgm:prSet presAssocID="{C731F9CE-C1C4-4C48-A813-40B44CB04F41}" presName="node" presStyleLbl="node1" presStyleIdx="2" presStyleCnt="10">
        <dgm:presLayoutVars>
          <dgm:bulletEnabled val="1"/>
        </dgm:presLayoutVars>
      </dgm:prSet>
      <dgm:spPr/>
    </dgm:pt>
    <dgm:pt modelId="{7E4FA8ED-8F24-476B-A2AC-B051CEB94C2E}" type="pres">
      <dgm:prSet presAssocID="{6838232D-3ED5-49F9-B2D5-E17A32A63D26}" presName="sibTrans" presStyleLbl="sibTrans2D1" presStyleIdx="2" presStyleCnt="9"/>
      <dgm:spPr/>
    </dgm:pt>
    <dgm:pt modelId="{C1FC7EBA-674A-450E-83F7-479235E84A6C}" type="pres">
      <dgm:prSet presAssocID="{6838232D-3ED5-49F9-B2D5-E17A32A63D26}" presName="connectorText" presStyleLbl="sibTrans2D1" presStyleIdx="2" presStyleCnt="9"/>
      <dgm:spPr/>
    </dgm:pt>
    <dgm:pt modelId="{2108481C-E158-4B59-A353-E96C56B30B9C}" type="pres">
      <dgm:prSet presAssocID="{B3758BF0-B47B-4C58-A9D0-AF662037E7DB}" presName="node" presStyleLbl="node1" presStyleIdx="3" presStyleCnt="10">
        <dgm:presLayoutVars>
          <dgm:bulletEnabled val="1"/>
        </dgm:presLayoutVars>
      </dgm:prSet>
      <dgm:spPr/>
    </dgm:pt>
    <dgm:pt modelId="{FC4C8B0B-0603-47D4-97B8-C50B73A7C2B1}" type="pres">
      <dgm:prSet presAssocID="{56112516-8966-450C-A445-F74DB5C79C63}" presName="sibTrans" presStyleLbl="sibTrans2D1" presStyleIdx="3" presStyleCnt="9"/>
      <dgm:spPr/>
    </dgm:pt>
    <dgm:pt modelId="{ECC7A8A6-E100-427B-A07C-EB74582875DD}" type="pres">
      <dgm:prSet presAssocID="{56112516-8966-450C-A445-F74DB5C79C63}" presName="connectorText" presStyleLbl="sibTrans2D1" presStyleIdx="3" presStyleCnt="9"/>
      <dgm:spPr/>
    </dgm:pt>
    <dgm:pt modelId="{7508BB84-4618-4006-AF63-5574A695D15A}" type="pres">
      <dgm:prSet presAssocID="{DBB00468-5BCF-4E1F-B478-76CF43B5D583}" presName="node" presStyleLbl="node1" presStyleIdx="4" presStyleCnt="10">
        <dgm:presLayoutVars>
          <dgm:bulletEnabled val="1"/>
        </dgm:presLayoutVars>
      </dgm:prSet>
      <dgm:spPr/>
    </dgm:pt>
    <dgm:pt modelId="{6C68620D-BC4F-4C27-A794-8F849E7CAF76}" type="pres">
      <dgm:prSet presAssocID="{0D1F5926-E1F8-4338-91E6-27BF9B517290}" presName="sibTrans" presStyleLbl="sibTrans2D1" presStyleIdx="4" presStyleCnt="9"/>
      <dgm:spPr/>
    </dgm:pt>
    <dgm:pt modelId="{5C1DB488-85C0-41D4-A153-2701D1734F2E}" type="pres">
      <dgm:prSet presAssocID="{0D1F5926-E1F8-4338-91E6-27BF9B517290}" presName="connectorText" presStyleLbl="sibTrans2D1" presStyleIdx="4" presStyleCnt="9"/>
      <dgm:spPr/>
    </dgm:pt>
    <dgm:pt modelId="{B2315ACF-BD76-4A77-A77C-AFD310022B06}" type="pres">
      <dgm:prSet presAssocID="{8F048DA6-0344-4A67-B24A-AAD00428F85B}" presName="node" presStyleLbl="node1" presStyleIdx="5" presStyleCnt="10">
        <dgm:presLayoutVars>
          <dgm:bulletEnabled val="1"/>
        </dgm:presLayoutVars>
      </dgm:prSet>
      <dgm:spPr/>
    </dgm:pt>
    <dgm:pt modelId="{627E2ADE-CE4A-44F6-97CD-9AA328B8D516}" type="pres">
      <dgm:prSet presAssocID="{099789A3-443C-4B1F-8E74-56A27A1E38E4}" presName="sibTrans" presStyleLbl="sibTrans2D1" presStyleIdx="5" presStyleCnt="9"/>
      <dgm:spPr/>
    </dgm:pt>
    <dgm:pt modelId="{E6DE5E97-61BA-4435-8B16-9E03038EF960}" type="pres">
      <dgm:prSet presAssocID="{099789A3-443C-4B1F-8E74-56A27A1E38E4}" presName="connectorText" presStyleLbl="sibTrans2D1" presStyleIdx="5" presStyleCnt="9"/>
      <dgm:spPr/>
    </dgm:pt>
    <dgm:pt modelId="{CF4AB9FC-CFFC-4720-8F96-E9CA7E665E36}" type="pres">
      <dgm:prSet presAssocID="{2C584DB0-6783-493D-91A8-605E51DAE4CC}" presName="node" presStyleLbl="node1" presStyleIdx="6" presStyleCnt="10">
        <dgm:presLayoutVars>
          <dgm:bulletEnabled val="1"/>
        </dgm:presLayoutVars>
      </dgm:prSet>
      <dgm:spPr/>
    </dgm:pt>
    <dgm:pt modelId="{3C7468C4-1829-4AA6-A568-4FF9EC949991}" type="pres">
      <dgm:prSet presAssocID="{C45A15A2-FDE4-4D0E-9936-A631A9CB9EA7}" presName="sibTrans" presStyleLbl="sibTrans2D1" presStyleIdx="6" presStyleCnt="9"/>
      <dgm:spPr/>
    </dgm:pt>
    <dgm:pt modelId="{55ACF429-4CA3-4D89-A0D4-1C5C48F05F20}" type="pres">
      <dgm:prSet presAssocID="{C45A15A2-FDE4-4D0E-9936-A631A9CB9EA7}" presName="connectorText" presStyleLbl="sibTrans2D1" presStyleIdx="6" presStyleCnt="9"/>
      <dgm:spPr/>
    </dgm:pt>
    <dgm:pt modelId="{2CBF1544-E3CF-43A8-8D34-7A32F01419F7}" type="pres">
      <dgm:prSet presAssocID="{20791394-55F2-4A29-A964-73BBD80E3A8A}" presName="node" presStyleLbl="node1" presStyleIdx="7" presStyleCnt="10">
        <dgm:presLayoutVars>
          <dgm:bulletEnabled val="1"/>
        </dgm:presLayoutVars>
      </dgm:prSet>
      <dgm:spPr/>
    </dgm:pt>
    <dgm:pt modelId="{1E0085CB-0150-4123-AE42-B76F42BEA9C9}" type="pres">
      <dgm:prSet presAssocID="{2781279F-66FE-47DD-8DDC-47F58EC30446}" presName="sibTrans" presStyleLbl="sibTrans2D1" presStyleIdx="7" presStyleCnt="9"/>
      <dgm:spPr/>
    </dgm:pt>
    <dgm:pt modelId="{B3AF12C2-7833-47D2-9095-698617DDF7CB}" type="pres">
      <dgm:prSet presAssocID="{2781279F-66FE-47DD-8DDC-47F58EC30446}" presName="connectorText" presStyleLbl="sibTrans2D1" presStyleIdx="7" presStyleCnt="9"/>
      <dgm:spPr/>
    </dgm:pt>
    <dgm:pt modelId="{BB0B39EA-41F6-4201-8815-0D96EC92DEB9}" type="pres">
      <dgm:prSet presAssocID="{19A51318-B74D-4A00-8A17-E7720DF7011C}" presName="node" presStyleLbl="node1" presStyleIdx="8" presStyleCnt="10">
        <dgm:presLayoutVars>
          <dgm:bulletEnabled val="1"/>
        </dgm:presLayoutVars>
      </dgm:prSet>
      <dgm:spPr/>
    </dgm:pt>
    <dgm:pt modelId="{961CB36C-7415-409F-806A-72681A0112CB}" type="pres">
      <dgm:prSet presAssocID="{EAD3F779-2D0D-4F14-8035-46779E998377}" presName="sibTrans" presStyleLbl="sibTrans2D1" presStyleIdx="8" presStyleCnt="9"/>
      <dgm:spPr/>
    </dgm:pt>
    <dgm:pt modelId="{C4D23FAF-0645-4419-9758-F5F1F6E616AD}" type="pres">
      <dgm:prSet presAssocID="{EAD3F779-2D0D-4F14-8035-46779E998377}" presName="connectorText" presStyleLbl="sibTrans2D1" presStyleIdx="8" presStyleCnt="9"/>
      <dgm:spPr/>
    </dgm:pt>
    <dgm:pt modelId="{6D9CD52D-544F-4598-BB45-846CC04AC662}" type="pres">
      <dgm:prSet presAssocID="{BBC1D4A3-AA6D-4722-A022-8A8FFC867D77}" presName="node" presStyleLbl="node1" presStyleIdx="9" presStyleCnt="10">
        <dgm:presLayoutVars>
          <dgm:bulletEnabled val="1"/>
        </dgm:presLayoutVars>
      </dgm:prSet>
      <dgm:spPr/>
    </dgm:pt>
  </dgm:ptLst>
  <dgm:cxnLst>
    <dgm:cxn modelId="{90EF2D01-707E-4C5A-82A6-FBF00A7E9AE1}" srcId="{529245A6-195F-4FE5-B216-7D5B39F9D856}" destId="{19A51318-B74D-4A00-8A17-E7720DF7011C}" srcOrd="8" destOrd="0" parTransId="{039DC32C-7AFD-41F1-8BDC-79CB70FA56B3}" sibTransId="{EAD3F779-2D0D-4F14-8035-46779E998377}"/>
    <dgm:cxn modelId="{3515C702-F1D3-481F-881D-4E7251379223}" type="presOf" srcId="{2C584DB0-6783-493D-91A8-605E51DAE4CC}" destId="{CF4AB9FC-CFFC-4720-8F96-E9CA7E665E36}" srcOrd="0" destOrd="0" presId="urn:microsoft.com/office/officeart/2005/8/layout/process5"/>
    <dgm:cxn modelId="{86AD1805-DB9E-4EDB-917B-2EE143E3B97D}" type="presOf" srcId="{C45A15A2-FDE4-4D0E-9936-A631A9CB9EA7}" destId="{3C7468C4-1829-4AA6-A568-4FF9EC949991}" srcOrd="0" destOrd="0" presId="urn:microsoft.com/office/officeart/2005/8/layout/process5"/>
    <dgm:cxn modelId="{587EBB12-01FB-4B7C-ABF9-AD8453D224F6}" srcId="{529245A6-195F-4FE5-B216-7D5B39F9D856}" destId="{10F0CA19-1194-46D7-8BA6-A58D4212911B}" srcOrd="1" destOrd="0" parTransId="{F988B275-94BE-40D4-B1F6-E21394B8AE61}" sibTransId="{097555E9-E979-49F9-BE76-A944C6C0D5B8}"/>
    <dgm:cxn modelId="{75141925-DAB7-4886-A5F7-EB94222CF7E4}" type="presOf" srcId="{097555E9-E979-49F9-BE76-A944C6C0D5B8}" destId="{FA22BAC8-471B-4B5F-A3A3-F78BA6F84E25}" srcOrd="0" destOrd="0" presId="urn:microsoft.com/office/officeart/2005/8/layout/process5"/>
    <dgm:cxn modelId="{1F2D2C27-440E-4A6C-A18B-1720219B749C}" type="presOf" srcId="{097555E9-E979-49F9-BE76-A944C6C0D5B8}" destId="{88B4B6E1-C063-42ED-BE9E-3E90EF72B66F}" srcOrd="1" destOrd="0" presId="urn:microsoft.com/office/officeart/2005/8/layout/process5"/>
    <dgm:cxn modelId="{D8CCED2C-61E7-44DA-B4C3-595EC15C397D}" type="presOf" srcId="{5054CC82-23EF-4480-9918-B9798A578240}" destId="{6028FA06-5E86-4906-B1B1-88887A7D0EAA}" srcOrd="0" destOrd="0" presId="urn:microsoft.com/office/officeart/2005/8/layout/process5"/>
    <dgm:cxn modelId="{291BE432-3D78-4854-9BD7-4AE5A4A62920}" type="presOf" srcId="{DD8A7611-4862-46B5-8099-4BCA4C3B3FFB}" destId="{2108481C-E158-4B59-A353-E96C56B30B9C}" srcOrd="0" destOrd="1" presId="urn:microsoft.com/office/officeart/2005/8/layout/process5"/>
    <dgm:cxn modelId="{B9FBB03C-59D6-4A0D-AE47-9C6444A7E632}" type="presOf" srcId="{BBC1D4A3-AA6D-4722-A022-8A8FFC867D77}" destId="{6D9CD52D-544F-4598-BB45-846CC04AC662}" srcOrd="0" destOrd="0" presId="urn:microsoft.com/office/officeart/2005/8/layout/process5"/>
    <dgm:cxn modelId="{2FAA525B-5289-41F5-9C3D-A386BF401E0C}" type="presOf" srcId="{56112516-8966-450C-A445-F74DB5C79C63}" destId="{FC4C8B0B-0603-47D4-97B8-C50B73A7C2B1}" srcOrd="0" destOrd="0" presId="urn:microsoft.com/office/officeart/2005/8/layout/process5"/>
    <dgm:cxn modelId="{03638860-EC48-4F40-A89A-9C0ACD483F2A}" type="presOf" srcId="{0D1F5926-E1F8-4338-91E6-27BF9B517290}" destId="{5C1DB488-85C0-41D4-A153-2701D1734F2E}" srcOrd="1" destOrd="0" presId="urn:microsoft.com/office/officeart/2005/8/layout/process5"/>
    <dgm:cxn modelId="{1ED03164-9EA8-4931-AB05-92B4F7CDBD8C}" type="presOf" srcId="{8F048DA6-0344-4A67-B24A-AAD00428F85B}" destId="{B2315ACF-BD76-4A77-A77C-AFD310022B06}" srcOrd="0" destOrd="0" presId="urn:microsoft.com/office/officeart/2005/8/layout/process5"/>
    <dgm:cxn modelId="{5A08EF65-F2D2-4296-BA1A-B0822986C22C}" srcId="{B3758BF0-B47B-4C58-A9D0-AF662037E7DB}" destId="{F312AB43-853B-4F62-A193-9833E657FBCA}" srcOrd="1" destOrd="0" parTransId="{1E2C5DAA-CFE0-4BF7-90A8-D7710806AB8C}" sibTransId="{83A79ECC-F10D-4331-B6A2-6E5DC00DC19B}"/>
    <dgm:cxn modelId="{B26F4667-6AF6-4084-A32B-66C378325B08}" srcId="{529245A6-195F-4FE5-B216-7D5B39F9D856}" destId="{C731F9CE-C1C4-4C48-A813-40B44CB04F41}" srcOrd="2" destOrd="0" parTransId="{88238453-17AD-4810-BD17-2BA2E7CB9667}" sibTransId="{6838232D-3ED5-49F9-B2D5-E17A32A63D26}"/>
    <dgm:cxn modelId="{62251769-7D8E-4FEA-BB71-747D8F09AAB5}" srcId="{529245A6-195F-4FE5-B216-7D5B39F9D856}" destId="{DBB00468-5BCF-4E1F-B478-76CF43B5D583}" srcOrd="4" destOrd="0" parTransId="{3661218B-BB0A-403E-9D90-0191E65447B6}" sibTransId="{0D1F5926-E1F8-4338-91E6-27BF9B517290}"/>
    <dgm:cxn modelId="{E1D6FD4A-727E-42AA-9A19-B8EF90962A40}" type="presOf" srcId="{6838232D-3ED5-49F9-B2D5-E17A32A63D26}" destId="{C1FC7EBA-674A-450E-83F7-479235E84A6C}" srcOrd="1" destOrd="0" presId="urn:microsoft.com/office/officeart/2005/8/layout/process5"/>
    <dgm:cxn modelId="{23F2B16C-E6E7-4E44-AB3D-1E058EFD8AE9}" type="presOf" srcId="{0D1F5926-E1F8-4338-91E6-27BF9B517290}" destId="{6C68620D-BC4F-4C27-A794-8F849E7CAF76}" srcOrd="0" destOrd="0" presId="urn:microsoft.com/office/officeart/2005/8/layout/process5"/>
    <dgm:cxn modelId="{1DEADE54-BD1D-4388-A047-AFA45BFB5106}" type="presOf" srcId="{89660004-9549-4B14-928C-E60F1C544AEB}" destId="{E5152351-98E8-4308-8248-84AE48F3F042}" srcOrd="0" destOrd="0" presId="urn:microsoft.com/office/officeart/2005/8/layout/process5"/>
    <dgm:cxn modelId="{48F7CB56-1942-4795-91BE-06D5150C1E33}" type="presOf" srcId="{EAD3F779-2D0D-4F14-8035-46779E998377}" destId="{961CB36C-7415-409F-806A-72681A0112CB}" srcOrd="0" destOrd="0" presId="urn:microsoft.com/office/officeart/2005/8/layout/process5"/>
    <dgm:cxn modelId="{8A6EFE77-E690-4F97-9B29-1F4DFF7BCFC8}" type="presOf" srcId="{F312AB43-853B-4F62-A193-9833E657FBCA}" destId="{2108481C-E158-4B59-A353-E96C56B30B9C}" srcOrd="0" destOrd="2" presId="urn:microsoft.com/office/officeart/2005/8/layout/process5"/>
    <dgm:cxn modelId="{91A6D17B-0807-4DCE-9099-006645BAE432}" type="presOf" srcId="{B3758BF0-B47B-4C58-A9D0-AF662037E7DB}" destId="{2108481C-E158-4B59-A353-E96C56B30B9C}" srcOrd="0" destOrd="0" presId="urn:microsoft.com/office/officeart/2005/8/layout/process5"/>
    <dgm:cxn modelId="{2C67EB7C-A354-4AE2-91BB-1D99D8C2F99B}" srcId="{529245A6-195F-4FE5-B216-7D5B39F9D856}" destId="{B3758BF0-B47B-4C58-A9D0-AF662037E7DB}" srcOrd="3" destOrd="0" parTransId="{AD868D7B-F728-4911-ACEF-8513AA9F1389}" sibTransId="{56112516-8966-450C-A445-F74DB5C79C63}"/>
    <dgm:cxn modelId="{21969282-228F-4988-94C1-D341132A8F96}" type="presOf" srcId="{56112516-8966-450C-A445-F74DB5C79C63}" destId="{ECC7A8A6-E100-427B-A07C-EB74582875DD}" srcOrd="1" destOrd="0" presId="urn:microsoft.com/office/officeart/2005/8/layout/process5"/>
    <dgm:cxn modelId="{9961F283-8C40-49B7-A4A2-36D172A9E84C}" srcId="{B3758BF0-B47B-4C58-A9D0-AF662037E7DB}" destId="{DD8A7611-4862-46B5-8099-4BCA4C3B3FFB}" srcOrd="0" destOrd="0" parTransId="{AFBBC427-8D26-46B1-9478-53B4A9C857EC}" sibTransId="{79AD1D03-7333-470A-BA0C-2DD323747E6B}"/>
    <dgm:cxn modelId="{A7F51C8A-9E97-40F7-9B8C-E8865724D304}" srcId="{529245A6-195F-4FE5-B216-7D5B39F9D856}" destId="{8F048DA6-0344-4A67-B24A-AAD00428F85B}" srcOrd="5" destOrd="0" parTransId="{5D217475-AF5E-4675-B829-43674DC73FA3}" sibTransId="{099789A3-443C-4B1F-8E74-56A27A1E38E4}"/>
    <dgm:cxn modelId="{64EAB38A-EAD8-4E72-933F-562DC5AB0AA5}" srcId="{529245A6-195F-4FE5-B216-7D5B39F9D856}" destId="{89660004-9549-4B14-928C-E60F1C544AEB}" srcOrd="0" destOrd="0" parTransId="{0A359C7C-DA84-4564-8B2F-F09816F9CE59}" sibTransId="{5054CC82-23EF-4480-9918-B9798A578240}"/>
    <dgm:cxn modelId="{38629094-C5BC-4178-BE43-47BF81B45CCB}" type="presOf" srcId="{C731F9CE-C1C4-4C48-A813-40B44CB04F41}" destId="{869F1AA9-FB95-4C59-8799-7DDF801AA48F}" srcOrd="0" destOrd="0" presId="urn:microsoft.com/office/officeart/2005/8/layout/process5"/>
    <dgm:cxn modelId="{D10067A7-2299-4B96-8F49-D0868A82F5D5}" type="presOf" srcId="{20791394-55F2-4A29-A964-73BBD80E3A8A}" destId="{2CBF1544-E3CF-43A8-8D34-7A32F01419F7}" srcOrd="0" destOrd="0" presId="urn:microsoft.com/office/officeart/2005/8/layout/process5"/>
    <dgm:cxn modelId="{DFE94FAE-35AE-4D4C-A3A2-92E7FD161973}" srcId="{529245A6-195F-4FE5-B216-7D5B39F9D856}" destId="{BBC1D4A3-AA6D-4722-A022-8A8FFC867D77}" srcOrd="9" destOrd="0" parTransId="{5EF2511E-FF46-4F34-A57C-8A7866B4ECDC}" sibTransId="{8A4E6E5B-CDB5-4D9A-958E-6CA4AFECD19D}"/>
    <dgm:cxn modelId="{823B8BB6-BFB6-4996-B7F2-4FA3572EBB56}" type="presOf" srcId="{C45A15A2-FDE4-4D0E-9936-A631A9CB9EA7}" destId="{55ACF429-4CA3-4D89-A0D4-1C5C48F05F20}" srcOrd="1" destOrd="0" presId="urn:microsoft.com/office/officeart/2005/8/layout/process5"/>
    <dgm:cxn modelId="{39D711B8-D7FD-498D-BC28-998AB17D0F78}" type="presOf" srcId="{529245A6-195F-4FE5-B216-7D5B39F9D856}" destId="{B71502CC-14F0-40E8-8726-1C885F2F54FF}" srcOrd="0" destOrd="0" presId="urn:microsoft.com/office/officeart/2005/8/layout/process5"/>
    <dgm:cxn modelId="{32AC24BB-3DBD-4746-9F64-469BB001F6B0}" type="presOf" srcId="{EAD3F779-2D0D-4F14-8035-46779E998377}" destId="{C4D23FAF-0645-4419-9758-F5F1F6E616AD}" srcOrd="1" destOrd="0" presId="urn:microsoft.com/office/officeart/2005/8/layout/process5"/>
    <dgm:cxn modelId="{7959ACC9-5FF5-40AF-82D3-3932A02626AB}" type="presOf" srcId="{2781279F-66FE-47DD-8DDC-47F58EC30446}" destId="{1E0085CB-0150-4123-AE42-B76F42BEA9C9}" srcOrd="0" destOrd="0" presId="urn:microsoft.com/office/officeart/2005/8/layout/process5"/>
    <dgm:cxn modelId="{CDB3F0D3-5229-4E17-BBE5-2372304F9494}" type="presOf" srcId="{099789A3-443C-4B1F-8E74-56A27A1E38E4}" destId="{627E2ADE-CE4A-44F6-97CD-9AA328B8D516}" srcOrd="0" destOrd="0" presId="urn:microsoft.com/office/officeart/2005/8/layout/process5"/>
    <dgm:cxn modelId="{3CEB15D6-3572-4B0C-996C-E14A924A172E}" srcId="{529245A6-195F-4FE5-B216-7D5B39F9D856}" destId="{20791394-55F2-4A29-A964-73BBD80E3A8A}" srcOrd="7" destOrd="0" parTransId="{8DAC0B52-74C6-4078-A722-98391D406E8B}" sibTransId="{2781279F-66FE-47DD-8DDC-47F58EC30446}"/>
    <dgm:cxn modelId="{F74E26D9-2849-4FEE-BCEB-344A8C57CA3D}" type="presOf" srcId="{099789A3-443C-4B1F-8E74-56A27A1E38E4}" destId="{E6DE5E97-61BA-4435-8B16-9E03038EF960}" srcOrd="1" destOrd="0" presId="urn:microsoft.com/office/officeart/2005/8/layout/process5"/>
    <dgm:cxn modelId="{0581CBDA-7252-4ABD-B6D6-5B3A3A2096CC}" type="presOf" srcId="{10F0CA19-1194-46D7-8BA6-A58D4212911B}" destId="{F0195DB6-B66E-419F-B298-B910B7879561}" srcOrd="0" destOrd="0" presId="urn:microsoft.com/office/officeart/2005/8/layout/process5"/>
    <dgm:cxn modelId="{019A3EDF-C153-4C43-B603-6A25E1696AB6}" type="presOf" srcId="{6838232D-3ED5-49F9-B2D5-E17A32A63D26}" destId="{7E4FA8ED-8F24-476B-A2AC-B051CEB94C2E}" srcOrd="0" destOrd="0" presId="urn:microsoft.com/office/officeart/2005/8/layout/process5"/>
    <dgm:cxn modelId="{59CDF5E2-4C09-4F51-B891-2273784F1617}" srcId="{529245A6-195F-4FE5-B216-7D5B39F9D856}" destId="{2C584DB0-6783-493D-91A8-605E51DAE4CC}" srcOrd="6" destOrd="0" parTransId="{4674DF81-1A69-422B-BA30-D024C04661FE}" sibTransId="{C45A15A2-FDE4-4D0E-9936-A631A9CB9EA7}"/>
    <dgm:cxn modelId="{78609FE8-F1B2-4189-B2FD-2BFDFBCB32B8}" type="presOf" srcId="{DBB00468-5BCF-4E1F-B478-76CF43B5D583}" destId="{7508BB84-4618-4006-AF63-5574A695D15A}" srcOrd="0" destOrd="0" presId="urn:microsoft.com/office/officeart/2005/8/layout/process5"/>
    <dgm:cxn modelId="{467010EB-1FC6-4192-B9FB-471860EEE17A}" type="presOf" srcId="{5054CC82-23EF-4480-9918-B9798A578240}" destId="{1AC99F16-75EA-4B84-9886-8397D11FFB0A}" srcOrd="1" destOrd="0" presId="urn:microsoft.com/office/officeart/2005/8/layout/process5"/>
    <dgm:cxn modelId="{A56E46EC-DEC2-43D1-8CF3-A7E52DD5740E}" type="presOf" srcId="{2781279F-66FE-47DD-8DDC-47F58EC30446}" destId="{B3AF12C2-7833-47D2-9095-698617DDF7CB}" srcOrd="1" destOrd="0" presId="urn:microsoft.com/office/officeart/2005/8/layout/process5"/>
    <dgm:cxn modelId="{3EF8CBFF-321C-4EEC-9B73-872152EBC7FC}" type="presOf" srcId="{19A51318-B74D-4A00-8A17-E7720DF7011C}" destId="{BB0B39EA-41F6-4201-8815-0D96EC92DEB9}" srcOrd="0" destOrd="0" presId="urn:microsoft.com/office/officeart/2005/8/layout/process5"/>
    <dgm:cxn modelId="{49F39FB5-4B5C-477F-A290-400AE7C650AB}" type="presParOf" srcId="{B71502CC-14F0-40E8-8726-1C885F2F54FF}" destId="{E5152351-98E8-4308-8248-84AE48F3F042}" srcOrd="0" destOrd="0" presId="urn:microsoft.com/office/officeart/2005/8/layout/process5"/>
    <dgm:cxn modelId="{A1428DB2-A2C8-4234-8CB8-90925A652315}" type="presParOf" srcId="{B71502CC-14F0-40E8-8726-1C885F2F54FF}" destId="{6028FA06-5E86-4906-B1B1-88887A7D0EAA}" srcOrd="1" destOrd="0" presId="urn:microsoft.com/office/officeart/2005/8/layout/process5"/>
    <dgm:cxn modelId="{7A34A636-9B65-42CB-A71C-66774C4E3419}" type="presParOf" srcId="{6028FA06-5E86-4906-B1B1-88887A7D0EAA}" destId="{1AC99F16-75EA-4B84-9886-8397D11FFB0A}" srcOrd="0" destOrd="0" presId="urn:microsoft.com/office/officeart/2005/8/layout/process5"/>
    <dgm:cxn modelId="{344D22C9-D0DA-4391-98D9-E2CEAB5362D6}" type="presParOf" srcId="{B71502CC-14F0-40E8-8726-1C885F2F54FF}" destId="{F0195DB6-B66E-419F-B298-B910B7879561}" srcOrd="2" destOrd="0" presId="urn:microsoft.com/office/officeart/2005/8/layout/process5"/>
    <dgm:cxn modelId="{63BC12F2-1899-4396-B70F-4ECD297D58CB}" type="presParOf" srcId="{B71502CC-14F0-40E8-8726-1C885F2F54FF}" destId="{FA22BAC8-471B-4B5F-A3A3-F78BA6F84E25}" srcOrd="3" destOrd="0" presId="urn:microsoft.com/office/officeart/2005/8/layout/process5"/>
    <dgm:cxn modelId="{B686870B-A2A2-4B73-B6B2-3FD210D955F3}" type="presParOf" srcId="{FA22BAC8-471B-4B5F-A3A3-F78BA6F84E25}" destId="{88B4B6E1-C063-42ED-BE9E-3E90EF72B66F}" srcOrd="0" destOrd="0" presId="urn:microsoft.com/office/officeart/2005/8/layout/process5"/>
    <dgm:cxn modelId="{5739717F-AF22-4CF2-BDA1-E2D194DA1ADF}" type="presParOf" srcId="{B71502CC-14F0-40E8-8726-1C885F2F54FF}" destId="{869F1AA9-FB95-4C59-8799-7DDF801AA48F}" srcOrd="4" destOrd="0" presId="urn:microsoft.com/office/officeart/2005/8/layout/process5"/>
    <dgm:cxn modelId="{2864D237-D099-4C73-BE57-EAFDE24EE3B1}" type="presParOf" srcId="{B71502CC-14F0-40E8-8726-1C885F2F54FF}" destId="{7E4FA8ED-8F24-476B-A2AC-B051CEB94C2E}" srcOrd="5" destOrd="0" presId="urn:microsoft.com/office/officeart/2005/8/layout/process5"/>
    <dgm:cxn modelId="{EB3324EB-874F-4199-838E-0BD0766F0EB6}" type="presParOf" srcId="{7E4FA8ED-8F24-476B-A2AC-B051CEB94C2E}" destId="{C1FC7EBA-674A-450E-83F7-479235E84A6C}" srcOrd="0" destOrd="0" presId="urn:microsoft.com/office/officeart/2005/8/layout/process5"/>
    <dgm:cxn modelId="{1DF6B883-20AD-49C3-BCBC-0757CAAD7226}" type="presParOf" srcId="{B71502CC-14F0-40E8-8726-1C885F2F54FF}" destId="{2108481C-E158-4B59-A353-E96C56B30B9C}" srcOrd="6" destOrd="0" presId="urn:microsoft.com/office/officeart/2005/8/layout/process5"/>
    <dgm:cxn modelId="{EF15BF3C-2A68-44EB-9725-81E3809786DF}" type="presParOf" srcId="{B71502CC-14F0-40E8-8726-1C885F2F54FF}" destId="{FC4C8B0B-0603-47D4-97B8-C50B73A7C2B1}" srcOrd="7" destOrd="0" presId="urn:microsoft.com/office/officeart/2005/8/layout/process5"/>
    <dgm:cxn modelId="{05C26181-73AE-4A4F-AA94-663785111601}" type="presParOf" srcId="{FC4C8B0B-0603-47D4-97B8-C50B73A7C2B1}" destId="{ECC7A8A6-E100-427B-A07C-EB74582875DD}" srcOrd="0" destOrd="0" presId="urn:microsoft.com/office/officeart/2005/8/layout/process5"/>
    <dgm:cxn modelId="{940BE26B-CAA6-4FE9-B626-5FFA696FBE17}" type="presParOf" srcId="{B71502CC-14F0-40E8-8726-1C885F2F54FF}" destId="{7508BB84-4618-4006-AF63-5574A695D15A}" srcOrd="8" destOrd="0" presId="urn:microsoft.com/office/officeart/2005/8/layout/process5"/>
    <dgm:cxn modelId="{CC382935-D74A-43CF-9CA1-B2836D7BFE59}" type="presParOf" srcId="{B71502CC-14F0-40E8-8726-1C885F2F54FF}" destId="{6C68620D-BC4F-4C27-A794-8F849E7CAF76}" srcOrd="9" destOrd="0" presId="urn:microsoft.com/office/officeart/2005/8/layout/process5"/>
    <dgm:cxn modelId="{346D1E11-AD2B-40B7-8260-27DB41DFF04A}" type="presParOf" srcId="{6C68620D-BC4F-4C27-A794-8F849E7CAF76}" destId="{5C1DB488-85C0-41D4-A153-2701D1734F2E}" srcOrd="0" destOrd="0" presId="urn:microsoft.com/office/officeart/2005/8/layout/process5"/>
    <dgm:cxn modelId="{32BCA1FE-3307-419E-9745-CDE3787AC4F6}" type="presParOf" srcId="{B71502CC-14F0-40E8-8726-1C885F2F54FF}" destId="{B2315ACF-BD76-4A77-A77C-AFD310022B06}" srcOrd="10" destOrd="0" presId="urn:microsoft.com/office/officeart/2005/8/layout/process5"/>
    <dgm:cxn modelId="{35897886-1DA2-4A85-B3C6-CC2925286F94}" type="presParOf" srcId="{B71502CC-14F0-40E8-8726-1C885F2F54FF}" destId="{627E2ADE-CE4A-44F6-97CD-9AA328B8D516}" srcOrd="11" destOrd="0" presId="urn:microsoft.com/office/officeart/2005/8/layout/process5"/>
    <dgm:cxn modelId="{FD2A5AF2-00F5-445D-ACCC-08C1B1019ABC}" type="presParOf" srcId="{627E2ADE-CE4A-44F6-97CD-9AA328B8D516}" destId="{E6DE5E97-61BA-4435-8B16-9E03038EF960}" srcOrd="0" destOrd="0" presId="urn:microsoft.com/office/officeart/2005/8/layout/process5"/>
    <dgm:cxn modelId="{20FB68F4-3DBA-402F-A712-1A943F0C12CF}" type="presParOf" srcId="{B71502CC-14F0-40E8-8726-1C885F2F54FF}" destId="{CF4AB9FC-CFFC-4720-8F96-E9CA7E665E36}" srcOrd="12" destOrd="0" presId="urn:microsoft.com/office/officeart/2005/8/layout/process5"/>
    <dgm:cxn modelId="{F0CEE50B-D6C4-4573-9D02-129037D8D707}" type="presParOf" srcId="{B71502CC-14F0-40E8-8726-1C885F2F54FF}" destId="{3C7468C4-1829-4AA6-A568-4FF9EC949991}" srcOrd="13" destOrd="0" presId="urn:microsoft.com/office/officeart/2005/8/layout/process5"/>
    <dgm:cxn modelId="{EF70A54C-FFDB-484A-BACF-1DFF0FF7517D}" type="presParOf" srcId="{3C7468C4-1829-4AA6-A568-4FF9EC949991}" destId="{55ACF429-4CA3-4D89-A0D4-1C5C48F05F20}" srcOrd="0" destOrd="0" presId="urn:microsoft.com/office/officeart/2005/8/layout/process5"/>
    <dgm:cxn modelId="{6EDEF1F6-D0AD-484C-88F0-70A71FB70377}" type="presParOf" srcId="{B71502CC-14F0-40E8-8726-1C885F2F54FF}" destId="{2CBF1544-E3CF-43A8-8D34-7A32F01419F7}" srcOrd="14" destOrd="0" presId="urn:microsoft.com/office/officeart/2005/8/layout/process5"/>
    <dgm:cxn modelId="{B704F817-6376-4FFB-833E-D1AC4498794A}" type="presParOf" srcId="{B71502CC-14F0-40E8-8726-1C885F2F54FF}" destId="{1E0085CB-0150-4123-AE42-B76F42BEA9C9}" srcOrd="15" destOrd="0" presId="urn:microsoft.com/office/officeart/2005/8/layout/process5"/>
    <dgm:cxn modelId="{F763EE5D-5A3F-4B6F-80ED-ED410CB1033E}" type="presParOf" srcId="{1E0085CB-0150-4123-AE42-B76F42BEA9C9}" destId="{B3AF12C2-7833-47D2-9095-698617DDF7CB}" srcOrd="0" destOrd="0" presId="urn:microsoft.com/office/officeart/2005/8/layout/process5"/>
    <dgm:cxn modelId="{A320C524-9068-4B65-955D-B9A71901D97C}" type="presParOf" srcId="{B71502CC-14F0-40E8-8726-1C885F2F54FF}" destId="{BB0B39EA-41F6-4201-8815-0D96EC92DEB9}" srcOrd="16" destOrd="0" presId="urn:microsoft.com/office/officeart/2005/8/layout/process5"/>
    <dgm:cxn modelId="{6DA78A68-DC82-4FA2-B869-DC9EF121DFEB}" type="presParOf" srcId="{B71502CC-14F0-40E8-8726-1C885F2F54FF}" destId="{961CB36C-7415-409F-806A-72681A0112CB}" srcOrd="17" destOrd="0" presId="urn:microsoft.com/office/officeart/2005/8/layout/process5"/>
    <dgm:cxn modelId="{93BD3CEE-9984-46DC-A11B-06C0F35267A7}" type="presParOf" srcId="{961CB36C-7415-409F-806A-72681A0112CB}" destId="{C4D23FAF-0645-4419-9758-F5F1F6E616AD}" srcOrd="0" destOrd="0" presId="urn:microsoft.com/office/officeart/2005/8/layout/process5"/>
    <dgm:cxn modelId="{35A5FE81-33C0-4088-8FAD-9CDFEDBBA415}" type="presParOf" srcId="{B71502CC-14F0-40E8-8726-1C885F2F54FF}" destId="{6D9CD52D-544F-4598-BB45-846CC04AC662}" srcOrd="1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1FE314-4E14-4314-981F-ECE499598189}" type="doc">
      <dgm:prSet loTypeId="urn:microsoft.com/office/officeart/2005/8/layout/vList2" loCatId="list" qsTypeId="urn:microsoft.com/office/officeart/2005/8/quickstyle/simple4" qsCatId="simple" csTypeId="urn:microsoft.com/office/officeart/2005/8/colors/accent0_3" csCatId="mainScheme" phldr="1"/>
      <dgm:spPr/>
      <dgm:t>
        <a:bodyPr/>
        <a:lstStyle/>
        <a:p>
          <a:endParaRPr lang="en-US"/>
        </a:p>
      </dgm:t>
    </dgm:pt>
    <dgm:pt modelId="{362C4655-347F-44CB-BD4D-3C3CE194A2AB}">
      <dgm:prSet phldr="0"/>
      <dgm:spPr/>
      <dgm:t>
        <a:bodyPr/>
        <a:lstStyle/>
        <a:p>
          <a:pPr rtl="0"/>
          <a:r>
            <a:rPr lang="en-US">
              <a:latin typeface="Century Gothic" panose="020B0502020202020204"/>
              <a:hlinkClick xmlns:r="http://schemas.openxmlformats.org/officeDocument/2006/relationships" r:id="rId1" action="ppaction://hlinksldjump"/>
            </a:rPr>
            <a:t>Content Inventory 29</a:t>
          </a:r>
          <a:endParaRPr lang="en-US">
            <a:latin typeface="Century Gothic" panose="020B0502020202020204"/>
          </a:endParaRPr>
        </a:p>
      </dgm:t>
    </dgm:pt>
    <dgm:pt modelId="{60F4E89A-8375-49D7-A847-6B78B6F0CB60}" type="parTrans" cxnId="{F73F3202-BB64-4D16-B5C6-2355838C7F3B}">
      <dgm:prSet/>
      <dgm:spPr/>
      <dgm:t>
        <a:bodyPr/>
        <a:lstStyle/>
        <a:p>
          <a:endParaRPr lang="en-US"/>
        </a:p>
      </dgm:t>
    </dgm:pt>
    <dgm:pt modelId="{6AFE8EAC-FB9E-4B44-8214-03EF5CE9A4B4}" type="sibTrans" cxnId="{F73F3202-BB64-4D16-B5C6-2355838C7F3B}">
      <dgm:prSet/>
      <dgm:spPr/>
      <dgm:t>
        <a:bodyPr/>
        <a:lstStyle/>
        <a:p>
          <a:endParaRPr lang="en-US"/>
        </a:p>
      </dgm:t>
    </dgm:pt>
    <dgm:pt modelId="{E66195E6-B0E4-4048-B908-F62B81A13206}">
      <dgm:prSet phldr="0"/>
      <dgm:spPr/>
      <dgm:t>
        <a:bodyPr/>
        <a:lstStyle/>
        <a:p>
          <a:pPr rtl="0"/>
          <a:r>
            <a:rPr lang="en-US">
              <a:latin typeface="Century Gothic" panose="020B0502020202020204"/>
              <a:hlinkClick xmlns:r="http://schemas.openxmlformats.org/officeDocument/2006/relationships" r:id="rId2" action="ppaction://hlinksldjump"/>
            </a:rPr>
            <a:t>Card Sort 1 data 32</a:t>
          </a:r>
          <a:endParaRPr lang="en-US">
            <a:latin typeface="Century Gothic" panose="020B0502020202020204"/>
          </a:endParaRPr>
        </a:p>
      </dgm:t>
    </dgm:pt>
    <dgm:pt modelId="{18573D4C-61C8-4C62-8154-AA50AE642BDF}" type="parTrans" cxnId="{AED84E22-BE6C-4E9C-B3AD-AFFE029EB86C}">
      <dgm:prSet/>
      <dgm:spPr/>
      <dgm:t>
        <a:bodyPr/>
        <a:lstStyle/>
        <a:p>
          <a:endParaRPr lang="en-US"/>
        </a:p>
      </dgm:t>
    </dgm:pt>
    <dgm:pt modelId="{20BC6E26-6F0E-46E3-939F-3E138C595D92}" type="sibTrans" cxnId="{AED84E22-BE6C-4E9C-B3AD-AFFE029EB86C}">
      <dgm:prSet/>
      <dgm:spPr/>
      <dgm:t>
        <a:bodyPr/>
        <a:lstStyle/>
        <a:p>
          <a:endParaRPr lang="en-US"/>
        </a:p>
      </dgm:t>
    </dgm:pt>
    <dgm:pt modelId="{5BDA6E4C-208B-4591-9442-BC1B5512B5EC}">
      <dgm:prSet phldr="0"/>
      <dgm:spPr/>
      <dgm:t>
        <a:bodyPr/>
        <a:lstStyle/>
        <a:p>
          <a:pPr rtl="0"/>
          <a:r>
            <a:rPr lang="en-US">
              <a:latin typeface="Century Gothic" panose="020B0502020202020204"/>
              <a:hlinkClick xmlns:r="http://schemas.openxmlformats.org/officeDocument/2006/relationships" r:id="rId3" action="ppaction://hlinksldjump"/>
            </a:rPr>
            <a:t>Card Sort 2 data 34</a:t>
          </a:r>
          <a:endParaRPr lang="en-US">
            <a:latin typeface="Century Gothic" panose="020B0502020202020204"/>
          </a:endParaRPr>
        </a:p>
      </dgm:t>
    </dgm:pt>
    <dgm:pt modelId="{32C1E326-8472-4921-ACB5-EA1E6F7F6014}" type="parTrans" cxnId="{1AF9F7AC-3327-4BF3-AD5F-9E49C45BD080}">
      <dgm:prSet/>
      <dgm:spPr/>
      <dgm:t>
        <a:bodyPr/>
        <a:lstStyle/>
        <a:p>
          <a:endParaRPr lang="en-US"/>
        </a:p>
      </dgm:t>
    </dgm:pt>
    <dgm:pt modelId="{2C2354D1-288B-40B1-A535-B871DE5334C6}" type="sibTrans" cxnId="{1AF9F7AC-3327-4BF3-AD5F-9E49C45BD080}">
      <dgm:prSet/>
      <dgm:spPr/>
      <dgm:t>
        <a:bodyPr/>
        <a:lstStyle/>
        <a:p>
          <a:endParaRPr lang="en-US"/>
        </a:p>
      </dgm:t>
    </dgm:pt>
    <dgm:pt modelId="{65884CB6-960A-40C6-B4D0-EFD6901FC4B4}">
      <dgm:prSet phldr="0"/>
      <dgm:spPr/>
      <dgm:t>
        <a:bodyPr/>
        <a:lstStyle/>
        <a:p>
          <a:pPr rtl="0"/>
          <a:r>
            <a:rPr lang="en-US">
              <a:latin typeface="Century Gothic" panose="020B0502020202020204"/>
              <a:hlinkClick xmlns:r="http://schemas.openxmlformats.org/officeDocument/2006/relationships" r:id="rId4" action="ppaction://hlinksldjump"/>
            </a:rPr>
            <a:t>Full Site map 52</a:t>
          </a:r>
          <a:endParaRPr lang="en-US">
            <a:latin typeface="Century Gothic" panose="020B0502020202020204"/>
          </a:endParaRPr>
        </a:p>
      </dgm:t>
    </dgm:pt>
    <dgm:pt modelId="{1D5D7AC9-F75A-4009-9E16-ECB0A1482D0F}" type="parTrans" cxnId="{DCBA5301-B80C-41D7-BCA1-9F686847FAE8}">
      <dgm:prSet/>
      <dgm:spPr/>
      <dgm:t>
        <a:bodyPr/>
        <a:lstStyle/>
        <a:p>
          <a:endParaRPr lang="en-US"/>
        </a:p>
      </dgm:t>
    </dgm:pt>
    <dgm:pt modelId="{9A7F8AEF-5977-435B-B7B5-D7939968DCC9}" type="sibTrans" cxnId="{DCBA5301-B80C-41D7-BCA1-9F686847FAE8}">
      <dgm:prSet/>
      <dgm:spPr/>
      <dgm:t>
        <a:bodyPr/>
        <a:lstStyle/>
        <a:p>
          <a:endParaRPr lang="en-US"/>
        </a:p>
      </dgm:t>
    </dgm:pt>
    <dgm:pt modelId="{2D291227-05FC-49C3-8C5F-3252C03F5976}">
      <dgm:prSet phldr="0"/>
      <dgm:spPr/>
      <dgm:t>
        <a:bodyPr/>
        <a:lstStyle/>
        <a:p>
          <a:pPr rtl="0"/>
          <a:r>
            <a:rPr lang="en-US">
              <a:latin typeface="Century Gothic" panose="020B0502020202020204"/>
              <a:hlinkClick xmlns:r="http://schemas.openxmlformats.org/officeDocument/2006/relationships" r:id="rId5" action="ppaction://hlinksldjump"/>
            </a:rPr>
            <a:t>Full wireframe 53</a:t>
          </a:r>
          <a:endParaRPr lang="en-US">
            <a:latin typeface="Century Gothic" panose="020B0502020202020204"/>
          </a:endParaRPr>
        </a:p>
      </dgm:t>
    </dgm:pt>
    <dgm:pt modelId="{1FDFB6AE-6AAB-40DE-8024-D6F7399598BE}" type="parTrans" cxnId="{71303497-733F-432D-9BC6-7771AEA3CF2C}">
      <dgm:prSet/>
      <dgm:spPr/>
      <dgm:t>
        <a:bodyPr/>
        <a:lstStyle/>
        <a:p>
          <a:endParaRPr lang="en-US"/>
        </a:p>
      </dgm:t>
    </dgm:pt>
    <dgm:pt modelId="{1C7ED748-CE30-4597-A448-7CE73D2E3BC7}" type="sibTrans" cxnId="{71303497-733F-432D-9BC6-7771AEA3CF2C}">
      <dgm:prSet/>
      <dgm:spPr/>
      <dgm:t>
        <a:bodyPr/>
        <a:lstStyle/>
        <a:p>
          <a:endParaRPr lang="en-US"/>
        </a:p>
      </dgm:t>
    </dgm:pt>
    <dgm:pt modelId="{F199E90C-704D-49B9-B83E-0E94FDE60095}">
      <dgm:prSet phldr="0"/>
      <dgm:spPr/>
      <dgm:t>
        <a:bodyPr/>
        <a:lstStyle/>
        <a:p>
          <a:pPr rtl="0"/>
          <a:r>
            <a:rPr lang="en-US">
              <a:latin typeface="Century Gothic" panose="020B0502020202020204"/>
              <a:hlinkClick xmlns:r="http://schemas.openxmlformats.org/officeDocument/2006/relationships" r:id="rId6" action="ppaction://hlinksldjump"/>
            </a:rPr>
            <a:t>Tree testing data 42</a:t>
          </a:r>
          <a:endParaRPr lang="en-US">
            <a:latin typeface="Century Gothic" panose="020B0502020202020204"/>
          </a:endParaRPr>
        </a:p>
      </dgm:t>
    </dgm:pt>
    <dgm:pt modelId="{45E707FE-118E-428C-96B7-73587B0EF2D7}" type="parTrans" cxnId="{BF0B4DD1-A2EA-4D27-9BEA-4CFB7C05B7CC}">
      <dgm:prSet/>
      <dgm:spPr/>
      <dgm:t>
        <a:bodyPr/>
        <a:lstStyle/>
        <a:p>
          <a:endParaRPr lang="en-US"/>
        </a:p>
      </dgm:t>
    </dgm:pt>
    <dgm:pt modelId="{CDA5A597-7896-441C-A23A-D6AB5608639C}" type="sibTrans" cxnId="{BF0B4DD1-A2EA-4D27-9BEA-4CFB7C05B7CC}">
      <dgm:prSet/>
      <dgm:spPr/>
      <dgm:t>
        <a:bodyPr/>
        <a:lstStyle/>
        <a:p>
          <a:endParaRPr lang="en-US"/>
        </a:p>
      </dgm:t>
    </dgm:pt>
    <dgm:pt modelId="{FAD55966-CD13-4059-A149-890A6D28CD8D}">
      <dgm:prSet phldr="0"/>
      <dgm:spPr/>
      <dgm:t>
        <a:bodyPr/>
        <a:lstStyle/>
        <a:p>
          <a:pPr rtl="0"/>
          <a:r>
            <a:rPr lang="en-US">
              <a:latin typeface="Century Gothic" panose="020B0502020202020204"/>
              <a:hlinkClick xmlns:r="http://schemas.openxmlformats.org/officeDocument/2006/relationships" r:id="rId7" action="ppaction://hlinksldjump"/>
            </a:rPr>
            <a:t>Wireframe Screens &amp; annotations 55</a:t>
          </a:r>
          <a:endParaRPr lang="en-US">
            <a:latin typeface="Century Gothic" panose="020B0502020202020204"/>
          </a:endParaRPr>
        </a:p>
      </dgm:t>
    </dgm:pt>
    <dgm:pt modelId="{A2B767B6-4B70-42B8-85A7-8924681E2B69}" type="parTrans" cxnId="{45C55BDA-0722-4871-BC2F-F3BB5E29C0F6}">
      <dgm:prSet/>
      <dgm:spPr/>
      <dgm:t>
        <a:bodyPr/>
        <a:lstStyle/>
        <a:p>
          <a:endParaRPr lang="en-US"/>
        </a:p>
      </dgm:t>
    </dgm:pt>
    <dgm:pt modelId="{5269E0AA-94B0-42CE-BCCC-79F95D2A9A81}" type="sibTrans" cxnId="{45C55BDA-0722-4871-BC2F-F3BB5E29C0F6}">
      <dgm:prSet/>
      <dgm:spPr/>
      <dgm:t>
        <a:bodyPr/>
        <a:lstStyle/>
        <a:p>
          <a:endParaRPr lang="en-US"/>
        </a:p>
      </dgm:t>
    </dgm:pt>
    <dgm:pt modelId="{45AEDCC9-4F29-4B90-A88D-09689CF884C1}">
      <dgm:prSet phldr="0"/>
      <dgm:spPr/>
      <dgm:t>
        <a:bodyPr/>
        <a:lstStyle/>
        <a:p>
          <a:pPr rtl="0"/>
          <a:r>
            <a:rPr lang="en-US">
              <a:latin typeface="Century Gothic" panose="020B0502020202020204"/>
              <a:hlinkClick xmlns:r="http://schemas.openxmlformats.org/officeDocument/2006/relationships" r:id="rId8" action="ppaction://hlinksldjump"/>
            </a:rPr>
            <a:t>First Click Testing Data 45</a:t>
          </a:r>
          <a:endParaRPr lang="en-US">
            <a:latin typeface="Century Gothic" panose="020B0502020202020204"/>
          </a:endParaRPr>
        </a:p>
      </dgm:t>
    </dgm:pt>
    <dgm:pt modelId="{D71594EA-93EF-47F8-A597-9E75C32FD483}" type="parTrans" cxnId="{84DB136D-99AF-4DFA-8213-67B767A42579}">
      <dgm:prSet/>
      <dgm:spPr/>
      <dgm:t>
        <a:bodyPr/>
        <a:lstStyle/>
        <a:p>
          <a:endParaRPr lang="en-US"/>
        </a:p>
      </dgm:t>
    </dgm:pt>
    <dgm:pt modelId="{C9E16473-E770-4491-8318-FC84BE7FB195}" type="sibTrans" cxnId="{84DB136D-99AF-4DFA-8213-67B767A42579}">
      <dgm:prSet/>
      <dgm:spPr/>
      <dgm:t>
        <a:bodyPr/>
        <a:lstStyle/>
        <a:p>
          <a:endParaRPr lang="en-US"/>
        </a:p>
      </dgm:t>
    </dgm:pt>
    <dgm:pt modelId="{8294B3DE-CB9D-4955-AAA3-1EAD00E16526}" type="pres">
      <dgm:prSet presAssocID="{DA1FE314-4E14-4314-981F-ECE499598189}" presName="linear" presStyleCnt="0">
        <dgm:presLayoutVars>
          <dgm:animLvl val="lvl"/>
          <dgm:resizeHandles val="exact"/>
        </dgm:presLayoutVars>
      </dgm:prSet>
      <dgm:spPr/>
    </dgm:pt>
    <dgm:pt modelId="{C1B827CB-1D2E-4529-9B41-A93AFC047E44}" type="pres">
      <dgm:prSet presAssocID="{362C4655-347F-44CB-BD4D-3C3CE194A2AB}" presName="parentText" presStyleLbl="node1" presStyleIdx="0" presStyleCnt="8">
        <dgm:presLayoutVars>
          <dgm:chMax val="0"/>
          <dgm:bulletEnabled val="1"/>
        </dgm:presLayoutVars>
      </dgm:prSet>
      <dgm:spPr/>
    </dgm:pt>
    <dgm:pt modelId="{72ED1768-4D63-440B-B57A-D11A28556955}" type="pres">
      <dgm:prSet presAssocID="{6AFE8EAC-FB9E-4B44-8214-03EF5CE9A4B4}" presName="spacer" presStyleCnt="0"/>
      <dgm:spPr/>
    </dgm:pt>
    <dgm:pt modelId="{7C906ED4-18B4-472E-A937-C1D051722A22}" type="pres">
      <dgm:prSet presAssocID="{E66195E6-B0E4-4048-B908-F62B81A13206}" presName="parentText" presStyleLbl="node1" presStyleIdx="1" presStyleCnt="8">
        <dgm:presLayoutVars>
          <dgm:chMax val="0"/>
          <dgm:bulletEnabled val="1"/>
        </dgm:presLayoutVars>
      </dgm:prSet>
      <dgm:spPr/>
    </dgm:pt>
    <dgm:pt modelId="{E6DE37AA-4FB1-4877-A23D-39180405C7BD}" type="pres">
      <dgm:prSet presAssocID="{20BC6E26-6F0E-46E3-939F-3E138C595D92}" presName="spacer" presStyleCnt="0"/>
      <dgm:spPr/>
    </dgm:pt>
    <dgm:pt modelId="{28A8BE79-0939-4998-911D-6B8D8A1935BD}" type="pres">
      <dgm:prSet presAssocID="{5BDA6E4C-208B-4591-9442-BC1B5512B5EC}" presName="parentText" presStyleLbl="node1" presStyleIdx="2" presStyleCnt="8">
        <dgm:presLayoutVars>
          <dgm:chMax val="0"/>
          <dgm:bulletEnabled val="1"/>
        </dgm:presLayoutVars>
      </dgm:prSet>
      <dgm:spPr/>
    </dgm:pt>
    <dgm:pt modelId="{DB41841F-5F46-455D-B6FD-4C2D5774CFF7}" type="pres">
      <dgm:prSet presAssocID="{2C2354D1-288B-40B1-A535-B871DE5334C6}" presName="spacer" presStyleCnt="0"/>
      <dgm:spPr/>
    </dgm:pt>
    <dgm:pt modelId="{153EB33A-BE88-4BF4-A190-FCB99183B1C1}" type="pres">
      <dgm:prSet presAssocID="{F199E90C-704D-49B9-B83E-0E94FDE60095}" presName="parentText" presStyleLbl="node1" presStyleIdx="3" presStyleCnt="8">
        <dgm:presLayoutVars>
          <dgm:chMax val="0"/>
          <dgm:bulletEnabled val="1"/>
        </dgm:presLayoutVars>
      </dgm:prSet>
      <dgm:spPr/>
    </dgm:pt>
    <dgm:pt modelId="{1D00A42F-D875-45DC-BBBF-5CD10164ECC7}" type="pres">
      <dgm:prSet presAssocID="{CDA5A597-7896-441C-A23A-D6AB5608639C}" presName="spacer" presStyleCnt="0"/>
      <dgm:spPr/>
    </dgm:pt>
    <dgm:pt modelId="{B66EB89A-7A26-407A-AA49-0E90E4EA4CF3}" type="pres">
      <dgm:prSet presAssocID="{45AEDCC9-4F29-4B90-A88D-09689CF884C1}" presName="parentText" presStyleLbl="node1" presStyleIdx="4" presStyleCnt="8">
        <dgm:presLayoutVars>
          <dgm:chMax val="0"/>
          <dgm:bulletEnabled val="1"/>
        </dgm:presLayoutVars>
      </dgm:prSet>
      <dgm:spPr/>
    </dgm:pt>
    <dgm:pt modelId="{6454A434-92A2-451F-B5CD-1DE01D5F2695}" type="pres">
      <dgm:prSet presAssocID="{C9E16473-E770-4491-8318-FC84BE7FB195}" presName="spacer" presStyleCnt="0"/>
      <dgm:spPr/>
    </dgm:pt>
    <dgm:pt modelId="{C8B7C289-C679-47AC-8B0E-E1BD464FE577}" type="pres">
      <dgm:prSet presAssocID="{65884CB6-960A-40C6-B4D0-EFD6901FC4B4}" presName="parentText" presStyleLbl="node1" presStyleIdx="5" presStyleCnt="8">
        <dgm:presLayoutVars>
          <dgm:chMax val="0"/>
          <dgm:bulletEnabled val="1"/>
        </dgm:presLayoutVars>
      </dgm:prSet>
      <dgm:spPr/>
    </dgm:pt>
    <dgm:pt modelId="{0DC0C032-1146-471F-A3F3-569A0C765DAA}" type="pres">
      <dgm:prSet presAssocID="{9A7F8AEF-5977-435B-B7B5-D7939968DCC9}" presName="spacer" presStyleCnt="0"/>
      <dgm:spPr/>
    </dgm:pt>
    <dgm:pt modelId="{02D1F76E-78EF-4F59-8C85-5E8CFAA53889}" type="pres">
      <dgm:prSet presAssocID="{2D291227-05FC-49C3-8C5F-3252C03F5976}" presName="parentText" presStyleLbl="node1" presStyleIdx="6" presStyleCnt="8">
        <dgm:presLayoutVars>
          <dgm:chMax val="0"/>
          <dgm:bulletEnabled val="1"/>
        </dgm:presLayoutVars>
      </dgm:prSet>
      <dgm:spPr/>
    </dgm:pt>
    <dgm:pt modelId="{BA3BA4DF-7776-42F4-854E-BA0D462EA848}" type="pres">
      <dgm:prSet presAssocID="{1C7ED748-CE30-4597-A448-7CE73D2E3BC7}" presName="spacer" presStyleCnt="0"/>
      <dgm:spPr/>
    </dgm:pt>
    <dgm:pt modelId="{876385DD-F9C2-4C0E-A009-AB2504BE07BA}" type="pres">
      <dgm:prSet presAssocID="{FAD55966-CD13-4059-A149-890A6D28CD8D}" presName="parentText" presStyleLbl="node1" presStyleIdx="7" presStyleCnt="8">
        <dgm:presLayoutVars>
          <dgm:chMax val="0"/>
          <dgm:bulletEnabled val="1"/>
        </dgm:presLayoutVars>
      </dgm:prSet>
      <dgm:spPr/>
    </dgm:pt>
  </dgm:ptLst>
  <dgm:cxnLst>
    <dgm:cxn modelId="{DCBA5301-B80C-41D7-BCA1-9F686847FAE8}" srcId="{DA1FE314-4E14-4314-981F-ECE499598189}" destId="{65884CB6-960A-40C6-B4D0-EFD6901FC4B4}" srcOrd="5" destOrd="0" parTransId="{1D5D7AC9-F75A-4009-9E16-ECB0A1482D0F}" sibTransId="{9A7F8AEF-5977-435B-B7B5-D7939968DCC9}"/>
    <dgm:cxn modelId="{F73F3202-BB64-4D16-B5C6-2355838C7F3B}" srcId="{DA1FE314-4E14-4314-981F-ECE499598189}" destId="{362C4655-347F-44CB-BD4D-3C3CE194A2AB}" srcOrd="0" destOrd="0" parTransId="{60F4E89A-8375-49D7-A847-6B78B6F0CB60}" sibTransId="{6AFE8EAC-FB9E-4B44-8214-03EF5CE9A4B4}"/>
    <dgm:cxn modelId="{960AB304-54BE-4AD1-9159-BC031ACA6FF9}" type="presOf" srcId="{5BDA6E4C-208B-4591-9442-BC1B5512B5EC}" destId="{28A8BE79-0939-4998-911D-6B8D8A1935BD}" srcOrd="0" destOrd="0" presId="urn:microsoft.com/office/officeart/2005/8/layout/vList2"/>
    <dgm:cxn modelId="{AED84E22-BE6C-4E9C-B3AD-AFFE029EB86C}" srcId="{DA1FE314-4E14-4314-981F-ECE499598189}" destId="{E66195E6-B0E4-4048-B908-F62B81A13206}" srcOrd="1" destOrd="0" parTransId="{18573D4C-61C8-4C62-8154-AA50AE642BDF}" sibTransId="{20BC6E26-6F0E-46E3-939F-3E138C595D92}"/>
    <dgm:cxn modelId="{2780DC46-36FB-47BC-9A87-6FA6D4640675}" type="presOf" srcId="{65884CB6-960A-40C6-B4D0-EFD6901FC4B4}" destId="{C8B7C289-C679-47AC-8B0E-E1BD464FE577}" srcOrd="0" destOrd="0" presId="urn:microsoft.com/office/officeart/2005/8/layout/vList2"/>
    <dgm:cxn modelId="{1D27A868-F0C8-4590-9DF4-D336421C835F}" type="presOf" srcId="{F199E90C-704D-49B9-B83E-0E94FDE60095}" destId="{153EB33A-BE88-4BF4-A190-FCB99183B1C1}" srcOrd="0" destOrd="0" presId="urn:microsoft.com/office/officeart/2005/8/layout/vList2"/>
    <dgm:cxn modelId="{0104956B-7B67-4A2A-B5A4-7F3255520435}" type="presOf" srcId="{FAD55966-CD13-4059-A149-890A6D28CD8D}" destId="{876385DD-F9C2-4C0E-A009-AB2504BE07BA}" srcOrd="0" destOrd="0" presId="urn:microsoft.com/office/officeart/2005/8/layout/vList2"/>
    <dgm:cxn modelId="{84DB136D-99AF-4DFA-8213-67B767A42579}" srcId="{DA1FE314-4E14-4314-981F-ECE499598189}" destId="{45AEDCC9-4F29-4B90-A88D-09689CF884C1}" srcOrd="4" destOrd="0" parTransId="{D71594EA-93EF-47F8-A597-9E75C32FD483}" sibTransId="{C9E16473-E770-4491-8318-FC84BE7FB195}"/>
    <dgm:cxn modelId="{F51D7379-9245-4F2F-A9B3-1455DD1C51D5}" type="presOf" srcId="{45AEDCC9-4F29-4B90-A88D-09689CF884C1}" destId="{B66EB89A-7A26-407A-AA49-0E90E4EA4CF3}" srcOrd="0" destOrd="0" presId="urn:microsoft.com/office/officeart/2005/8/layout/vList2"/>
    <dgm:cxn modelId="{71303497-733F-432D-9BC6-7771AEA3CF2C}" srcId="{DA1FE314-4E14-4314-981F-ECE499598189}" destId="{2D291227-05FC-49C3-8C5F-3252C03F5976}" srcOrd="6" destOrd="0" parTransId="{1FDFB6AE-6AAB-40DE-8024-D6F7399598BE}" sibTransId="{1C7ED748-CE30-4597-A448-7CE73D2E3BC7}"/>
    <dgm:cxn modelId="{E412EAA4-F7DE-4AF5-A604-1BA3F81F7B3A}" type="presOf" srcId="{E66195E6-B0E4-4048-B908-F62B81A13206}" destId="{7C906ED4-18B4-472E-A937-C1D051722A22}" srcOrd="0" destOrd="0" presId="urn:microsoft.com/office/officeart/2005/8/layout/vList2"/>
    <dgm:cxn modelId="{1AF9F7AC-3327-4BF3-AD5F-9E49C45BD080}" srcId="{DA1FE314-4E14-4314-981F-ECE499598189}" destId="{5BDA6E4C-208B-4591-9442-BC1B5512B5EC}" srcOrd="2" destOrd="0" parTransId="{32C1E326-8472-4921-ACB5-EA1E6F7F6014}" sibTransId="{2C2354D1-288B-40B1-A535-B871DE5334C6}"/>
    <dgm:cxn modelId="{BF0B4DD1-A2EA-4D27-9BEA-4CFB7C05B7CC}" srcId="{DA1FE314-4E14-4314-981F-ECE499598189}" destId="{F199E90C-704D-49B9-B83E-0E94FDE60095}" srcOrd="3" destOrd="0" parTransId="{45E707FE-118E-428C-96B7-73587B0EF2D7}" sibTransId="{CDA5A597-7896-441C-A23A-D6AB5608639C}"/>
    <dgm:cxn modelId="{45C55BDA-0722-4871-BC2F-F3BB5E29C0F6}" srcId="{DA1FE314-4E14-4314-981F-ECE499598189}" destId="{FAD55966-CD13-4059-A149-890A6D28CD8D}" srcOrd="7" destOrd="0" parTransId="{A2B767B6-4B70-42B8-85A7-8924681E2B69}" sibTransId="{5269E0AA-94B0-42CE-BCCC-79F95D2A9A81}"/>
    <dgm:cxn modelId="{C55F6ADD-D1F3-44B5-AEDE-5155828F0A12}" type="presOf" srcId="{2D291227-05FC-49C3-8C5F-3252C03F5976}" destId="{02D1F76E-78EF-4F59-8C85-5E8CFAA53889}" srcOrd="0" destOrd="0" presId="urn:microsoft.com/office/officeart/2005/8/layout/vList2"/>
    <dgm:cxn modelId="{683F72DD-354C-446E-A847-E2E73502397D}" type="presOf" srcId="{362C4655-347F-44CB-BD4D-3C3CE194A2AB}" destId="{C1B827CB-1D2E-4529-9B41-A93AFC047E44}" srcOrd="0" destOrd="0" presId="urn:microsoft.com/office/officeart/2005/8/layout/vList2"/>
    <dgm:cxn modelId="{52B783F2-CB26-4AE8-9BC5-1C2A20E5170D}" type="presOf" srcId="{DA1FE314-4E14-4314-981F-ECE499598189}" destId="{8294B3DE-CB9D-4955-AAA3-1EAD00E16526}" srcOrd="0" destOrd="0" presId="urn:microsoft.com/office/officeart/2005/8/layout/vList2"/>
    <dgm:cxn modelId="{6AB1747F-4560-43ED-9066-EA14235AA052}" type="presParOf" srcId="{8294B3DE-CB9D-4955-AAA3-1EAD00E16526}" destId="{C1B827CB-1D2E-4529-9B41-A93AFC047E44}" srcOrd="0" destOrd="0" presId="urn:microsoft.com/office/officeart/2005/8/layout/vList2"/>
    <dgm:cxn modelId="{66E5B816-949E-42DA-8829-900B19AFA688}" type="presParOf" srcId="{8294B3DE-CB9D-4955-AAA3-1EAD00E16526}" destId="{72ED1768-4D63-440B-B57A-D11A28556955}" srcOrd="1" destOrd="0" presId="urn:microsoft.com/office/officeart/2005/8/layout/vList2"/>
    <dgm:cxn modelId="{39B393D6-0199-4BFD-9B41-0E731561E7DB}" type="presParOf" srcId="{8294B3DE-CB9D-4955-AAA3-1EAD00E16526}" destId="{7C906ED4-18B4-472E-A937-C1D051722A22}" srcOrd="2" destOrd="0" presId="urn:microsoft.com/office/officeart/2005/8/layout/vList2"/>
    <dgm:cxn modelId="{0E4753A5-03E1-4694-8950-E9291547E6AB}" type="presParOf" srcId="{8294B3DE-CB9D-4955-AAA3-1EAD00E16526}" destId="{E6DE37AA-4FB1-4877-A23D-39180405C7BD}" srcOrd="3" destOrd="0" presId="urn:microsoft.com/office/officeart/2005/8/layout/vList2"/>
    <dgm:cxn modelId="{3D1507CB-6184-4C9F-AC50-275D6A24EFDA}" type="presParOf" srcId="{8294B3DE-CB9D-4955-AAA3-1EAD00E16526}" destId="{28A8BE79-0939-4998-911D-6B8D8A1935BD}" srcOrd="4" destOrd="0" presId="urn:microsoft.com/office/officeart/2005/8/layout/vList2"/>
    <dgm:cxn modelId="{B7003214-E34F-406D-A1A4-2432E37E2701}" type="presParOf" srcId="{8294B3DE-CB9D-4955-AAA3-1EAD00E16526}" destId="{DB41841F-5F46-455D-B6FD-4C2D5774CFF7}" srcOrd="5" destOrd="0" presId="urn:microsoft.com/office/officeart/2005/8/layout/vList2"/>
    <dgm:cxn modelId="{E362FE6B-37C6-46DC-A2C0-4A5F0BB0CD76}" type="presParOf" srcId="{8294B3DE-CB9D-4955-AAA3-1EAD00E16526}" destId="{153EB33A-BE88-4BF4-A190-FCB99183B1C1}" srcOrd="6" destOrd="0" presId="urn:microsoft.com/office/officeart/2005/8/layout/vList2"/>
    <dgm:cxn modelId="{FD419482-AE0F-43A0-87CD-C692AE87EA14}" type="presParOf" srcId="{8294B3DE-CB9D-4955-AAA3-1EAD00E16526}" destId="{1D00A42F-D875-45DC-BBBF-5CD10164ECC7}" srcOrd="7" destOrd="0" presId="urn:microsoft.com/office/officeart/2005/8/layout/vList2"/>
    <dgm:cxn modelId="{A69F7607-093F-41D1-8264-4D7A0B0B2692}" type="presParOf" srcId="{8294B3DE-CB9D-4955-AAA3-1EAD00E16526}" destId="{B66EB89A-7A26-407A-AA49-0E90E4EA4CF3}" srcOrd="8" destOrd="0" presId="urn:microsoft.com/office/officeart/2005/8/layout/vList2"/>
    <dgm:cxn modelId="{EF47DF91-CE20-4F33-A227-D55C029B87B8}" type="presParOf" srcId="{8294B3DE-CB9D-4955-AAA3-1EAD00E16526}" destId="{6454A434-92A2-451F-B5CD-1DE01D5F2695}" srcOrd="9" destOrd="0" presId="urn:microsoft.com/office/officeart/2005/8/layout/vList2"/>
    <dgm:cxn modelId="{2CDFD553-6DB6-43C0-AC06-D82ED7422AE3}" type="presParOf" srcId="{8294B3DE-CB9D-4955-AAA3-1EAD00E16526}" destId="{C8B7C289-C679-47AC-8B0E-E1BD464FE577}" srcOrd="10" destOrd="0" presId="urn:microsoft.com/office/officeart/2005/8/layout/vList2"/>
    <dgm:cxn modelId="{0D0B4B31-5CE4-445D-8D2A-C0031F48BFDD}" type="presParOf" srcId="{8294B3DE-CB9D-4955-AAA3-1EAD00E16526}" destId="{0DC0C032-1146-471F-A3F3-569A0C765DAA}" srcOrd="11" destOrd="0" presId="urn:microsoft.com/office/officeart/2005/8/layout/vList2"/>
    <dgm:cxn modelId="{E1190878-FB1F-4B08-89BD-F9245CCD5A6D}" type="presParOf" srcId="{8294B3DE-CB9D-4955-AAA3-1EAD00E16526}" destId="{02D1F76E-78EF-4F59-8C85-5E8CFAA53889}" srcOrd="12" destOrd="0" presId="urn:microsoft.com/office/officeart/2005/8/layout/vList2"/>
    <dgm:cxn modelId="{C91B063E-30CC-43E3-8207-604286D4F771}" type="presParOf" srcId="{8294B3DE-CB9D-4955-AAA3-1EAD00E16526}" destId="{BA3BA4DF-7776-42F4-854E-BA0D462EA848}" srcOrd="13" destOrd="0" presId="urn:microsoft.com/office/officeart/2005/8/layout/vList2"/>
    <dgm:cxn modelId="{0199FE8D-9B50-4E3B-BBD5-330024984AB8}" type="presParOf" srcId="{8294B3DE-CB9D-4955-AAA3-1EAD00E16526}" destId="{876385DD-F9C2-4C0E-A009-AB2504BE07BA}" srcOrd="1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23AD6-F405-4BB0-B3C5-C1125A7E565C}">
      <dsp:nvSpPr>
        <dsp:cNvPr id="0" name=""/>
        <dsp:cNvSpPr/>
      </dsp:nvSpPr>
      <dsp:spPr>
        <a:xfrm>
          <a:off x="614850" y="35407"/>
          <a:ext cx="1921500" cy="1921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352E79-C7FE-4DB7-82F3-65A1DDF90142}">
      <dsp:nvSpPr>
        <dsp:cNvPr id="0" name=""/>
        <dsp:cNvSpPr/>
      </dsp:nvSpPr>
      <dsp:spPr>
        <a:xfrm>
          <a:off x="1024350" y="444907"/>
          <a:ext cx="1102500" cy="11025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E51990E-188E-4743-B805-5D17883B7099}">
      <dsp:nvSpPr>
        <dsp:cNvPr id="0" name=""/>
        <dsp:cNvSpPr/>
      </dsp:nvSpPr>
      <dsp:spPr>
        <a:xfrm>
          <a:off x="600" y="255540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Examine and Analyze current information architecture of site</a:t>
          </a:r>
        </a:p>
      </dsp:txBody>
      <dsp:txXfrm>
        <a:off x="600" y="2555408"/>
        <a:ext cx="3150000" cy="720000"/>
      </dsp:txXfrm>
    </dsp:sp>
    <dsp:sp modelId="{BEC91FD9-ED28-4B64-8A21-F4D0B2FE13E7}">
      <dsp:nvSpPr>
        <dsp:cNvPr id="0" name=""/>
        <dsp:cNvSpPr/>
      </dsp:nvSpPr>
      <dsp:spPr>
        <a:xfrm>
          <a:off x="4316100" y="35407"/>
          <a:ext cx="1921500" cy="1921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C0DBD66-5B3E-487D-839D-BB4FA20889D1}">
      <dsp:nvSpPr>
        <dsp:cNvPr id="0" name=""/>
        <dsp:cNvSpPr/>
      </dsp:nvSpPr>
      <dsp:spPr>
        <a:xfrm>
          <a:off x="4725600" y="444907"/>
          <a:ext cx="1102500" cy="11025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46C2DF3-830A-4EA3-B1B5-67E7A54CD54B}">
      <dsp:nvSpPr>
        <dsp:cNvPr id="0" name=""/>
        <dsp:cNvSpPr/>
      </dsp:nvSpPr>
      <dsp:spPr>
        <a:xfrm>
          <a:off x="3701850" y="255540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rtl="0">
            <a:lnSpc>
              <a:spcPct val="100000"/>
            </a:lnSpc>
            <a:spcBef>
              <a:spcPct val="0"/>
            </a:spcBef>
            <a:spcAft>
              <a:spcPct val="35000"/>
            </a:spcAft>
            <a:buNone/>
            <a:defRPr cap="all"/>
          </a:pPr>
          <a:r>
            <a:rPr lang="en-US" sz="1500" kern="1200"/>
            <a:t>Provide changes </a:t>
          </a:r>
          <a:r>
            <a:rPr lang="en-US" sz="1500" kern="1200">
              <a:latin typeface="Century Gothic" panose="020B0502020202020204"/>
            </a:rPr>
            <a:t>to convey meaning better to nonlocals for more efficient navigation</a:t>
          </a:r>
          <a:endParaRPr lang="en-US" sz="1500" kern="1200"/>
        </a:p>
      </dsp:txBody>
      <dsp:txXfrm>
        <a:off x="3701850" y="2555408"/>
        <a:ext cx="3150000" cy="720000"/>
      </dsp:txXfrm>
    </dsp:sp>
    <dsp:sp modelId="{9F8F225E-32D1-458A-A770-E45338A8F8CC}">
      <dsp:nvSpPr>
        <dsp:cNvPr id="0" name=""/>
        <dsp:cNvSpPr/>
      </dsp:nvSpPr>
      <dsp:spPr>
        <a:xfrm>
          <a:off x="8017350" y="35407"/>
          <a:ext cx="1921500" cy="192150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A6CBD05-51BE-47D2-9F47-B09E75F667B4}">
      <dsp:nvSpPr>
        <dsp:cNvPr id="0" name=""/>
        <dsp:cNvSpPr/>
      </dsp:nvSpPr>
      <dsp:spPr>
        <a:xfrm>
          <a:off x="8426850" y="444907"/>
          <a:ext cx="1102500" cy="1102500"/>
        </a:xfrm>
        <a:prstGeom prst="rect">
          <a:avLst/>
        </a:prstGeom>
        <a:blipFill>
          <a:blip xmlns:r="http://schemas.openxmlformats.org/officeDocument/2006/relationships"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2C5E695-FEE9-436C-B49A-3F01EC870E8E}">
      <dsp:nvSpPr>
        <dsp:cNvPr id="0" name=""/>
        <dsp:cNvSpPr/>
      </dsp:nvSpPr>
      <dsp:spPr>
        <a:xfrm>
          <a:off x="7403100" y="2555408"/>
          <a:ext cx="31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defRPr cap="all"/>
          </a:pPr>
          <a:r>
            <a:rPr lang="en-US" sz="1500" kern="1200"/>
            <a:t>Validate changes</a:t>
          </a:r>
        </a:p>
      </dsp:txBody>
      <dsp:txXfrm>
        <a:off x="7403100" y="2555408"/>
        <a:ext cx="315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152351-98E8-4308-8248-84AE48F3F042}">
      <dsp:nvSpPr>
        <dsp:cNvPr id="0" name=""/>
        <dsp:cNvSpPr/>
      </dsp:nvSpPr>
      <dsp:spPr>
        <a:xfrm>
          <a:off x="617895" y="1432"/>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Defined Scope</a:t>
          </a:r>
          <a:endParaRPr lang="en-US" sz="1300" kern="1200"/>
        </a:p>
      </dsp:txBody>
      <dsp:txXfrm>
        <a:off x="639694" y="23231"/>
        <a:ext cx="1196841" cy="700665"/>
      </dsp:txXfrm>
    </dsp:sp>
    <dsp:sp modelId="{6028FA06-5E86-4906-B1B1-88887A7D0EAA}">
      <dsp:nvSpPr>
        <dsp:cNvPr id="0" name=""/>
        <dsp:cNvSpPr/>
      </dsp:nvSpPr>
      <dsp:spPr>
        <a:xfrm>
          <a:off x="1967493" y="219749"/>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967493" y="281275"/>
        <a:ext cx="184081" cy="184576"/>
      </dsp:txXfrm>
    </dsp:sp>
    <dsp:sp modelId="{F0195DB6-B66E-419F-B298-B910B7879561}">
      <dsp:nvSpPr>
        <dsp:cNvPr id="0" name=""/>
        <dsp:cNvSpPr/>
      </dsp:nvSpPr>
      <dsp:spPr>
        <a:xfrm>
          <a:off x="2354510" y="1432"/>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Defined Personas</a:t>
          </a:r>
          <a:endParaRPr lang="en-US" sz="1300" kern="1200"/>
        </a:p>
      </dsp:txBody>
      <dsp:txXfrm>
        <a:off x="2376309" y="23231"/>
        <a:ext cx="1196841" cy="700665"/>
      </dsp:txXfrm>
    </dsp:sp>
    <dsp:sp modelId="{FA22BAC8-471B-4B5F-A3A3-F78BA6F84E25}">
      <dsp:nvSpPr>
        <dsp:cNvPr id="0" name=""/>
        <dsp:cNvSpPr/>
      </dsp:nvSpPr>
      <dsp:spPr>
        <a:xfrm>
          <a:off x="3704108" y="219749"/>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704108" y="281275"/>
        <a:ext cx="184081" cy="184576"/>
      </dsp:txXfrm>
    </dsp:sp>
    <dsp:sp modelId="{869F1AA9-FB95-4C59-8799-7DDF801AA48F}">
      <dsp:nvSpPr>
        <dsp:cNvPr id="0" name=""/>
        <dsp:cNvSpPr/>
      </dsp:nvSpPr>
      <dsp:spPr>
        <a:xfrm>
          <a:off x="4091125" y="1432"/>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Content Inventory</a:t>
          </a:r>
          <a:endParaRPr lang="en-US" sz="1300" kern="1200"/>
        </a:p>
      </dsp:txBody>
      <dsp:txXfrm>
        <a:off x="4112924" y="23231"/>
        <a:ext cx="1196841" cy="700665"/>
      </dsp:txXfrm>
    </dsp:sp>
    <dsp:sp modelId="{7E4FA8ED-8F24-476B-A2AC-B051CEB94C2E}">
      <dsp:nvSpPr>
        <dsp:cNvPr id="0" name=""/>
        <dsp:cNvSpPr/>
      </dsp:nvSpPr>
      <dsp:spPr>
        <a:xfrm rot="5400000">
          <a:off x="4579859" y="832526"/>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4619058" y="854853"/>
        <a:ext cx="184576" cy="184081"/>
      </dsp:txXfrm>
    </dsp:sp>
    <dsp:sp modelId="{2108481C-E158-4B59-A353-E96C56B30B9C}">
      <dsp:nvSpPr>
        <dsp:cNvPr id="0" name=""/>
        <dsp:cNvSpPr/>
      </dsp:nvSpPr>
      <dsp:spPr>
        <a:xfrm>
          <a:off x="4091125" y="1241871"/>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t" anchorCtr="0">
          <a:noAutofit/>
        </a:bodyPr>
        <a:lstStyle/>
        <a:p>
          <a:pPr marL="0" lvl="0" indent="0" algn="l" defTabSz="577850" rtl="0">
            <a:lnSpc>
              <a:spcPct val="90000"/>
            </a:lnSpc>
            <a:spcBef>
              <a:spcPct val="0"/>
            </a:spcBef>
            <a:spcAft>
              <a:spcPct val="35000"/>
            </a:spcAft>
            <a:buNone/>
          </a:pPr>
          <a:r>
            <a:rPr lang="en-US" sz="1300" kern="1200">
              <a:latin typeface="Century Gothic" panose="020B0502020202020204"/>
            </a:rPr>
            <a:t>Card Sorts</a:t>
          </a:r>
          <a:endParaRPr lang="en-US" sz="1300" kern="1200"/>
        </a:p>
        <a:p>
          <a:pPr marL="57150" lvl="1" indent="-57150" algn="l" defTabSz="444500" rtl="0">
            <a:lnSpc>
              <a:spcPct val="90000"/>
            </a:lnSpc>
            <a:spcBef>
              <a:spcPct val="0"/>
            </a:spcBef>
            <a:spcAft>
              <a:spcPct val="15000"/>
            </a:spcAft>
            <a:buChar char="•"/>
          </a:pPr>
          <a:r>
            <a:rPr lang="en-US" sz="1000" kern="1200">
              <a:latin typeface="Century Gothic" panose="020B0502020202020204"/>
            </a:rPr>
            <a:t>round 1</a:t>
          </a:r>
        </a:p>
        <a:p>
          <a:pPr marL="57150" lvl="1" indent="-57150" algn="l" defTabSz="444500" rtl="0">
            <a:lnSpc>
              <a:spcPct val="90000"/>
            </a:lnSpc>
            <a:spcBef>
              <a:spcPct val="0"/>
            </a:spcBef>
            <a:spcAft>
              <a:spcPct val="15000"/>
            </a:spcAft>
            <a:buChar char="•"/>
          </a:pPr>
          <a:r>
            <a:rPr lang="en-US" sz="1000" kern="1200">
              <a:latin typeface="Century Gothic" panose="020B0502020202020204"/>
            </a:rPr>
            <a:t>Round 2</a:t>
          </a:r>
        </a:p>
      </dsp:txBody>
      <dsp:txXfrm>
        <a:off x="4112924" y="1263670"/>
        <a:ext cx="1196841" cy="700665"/>
      </dsp:txXfrm>
    </dsp:sp>
    <dsp:sp modelId="{FC4C8B0B-0603-47D4-97B8-C50B73A7C2B1}">
      <dsp:nvSpPr>
        <dsp:cNvPr id="0" name=""/>
        <dsp:cNvSpPr/>
      </dsp:nvSpPr>
      <dsp:spPr>
        <a:xfrm rot="10800000">
          <a:off x="3718994" y="1460188"/>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3797886" y="1521714"/>
        <a:ext cx="184081" cy="184576"/>
      </dsp:txXfrm>
    </dsp:sp>
    <dsp:sp modelId="{7508BB84-4618-4006-AF63-5574A695D15A}">
      <dsp:nvSpPr>
        <dsp:cNvPr id="0" name=""/>
        <dsp:cNvSpPr/>
      </dsp:nvSpPr>
      <dsp:spPr>
        <a:xfrm>
          <a:off x="2354510" y="1241871"/>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Site Map Draft</a:t>
          </a:r>
          <a:endParaRPr lang="en-US" sz="1300" kern="1200"/>
        </a:p>
      </dsp:txBody>
      <dsp:txXfrm>
        <a:off x="2376309" y="1263670"/>
        <a:ext cx="1196841" cy="700665"/>
      </dsp:txXfrm>
    </dsp:sp>
    <dsp:sp modelId="{6C68620D-BC4F-4C27-A794-8F849E7CAF76}">
      <dsp:nvSpPr>
        <dsp:cNvPr id="0" name=""/>
        <dsp:cNvSpPr/>
      </dsp:nvSpPr>
      <dsp:spPr>
        <a:xfrm rot="10800000">
          <a:off x="1982378" y="1460188"/>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10800000">
        <a:off x="2061270" y="1521714"/>
        <a:ext cx="184081" cy="184576"/>
      </dsp:txXfrm>
    </dsp:sp>
    <dsp:sp modelId="{B2315ACF-BD76-4A77-A77C-AFD310022B06}">
      <dsp:nvSpPr>
        <dsp:cNvPr id="0" name=""/>
        <dsp:cNvSpPr/>
      </dsp:nvSpPr>
      <dsp:spPr>
        <a:xfrm>
          <a:off x="617895" y="1241871"/>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Tree Test</a:t>
          </a:r>
        </a:p>
      </dsp:txBody>
      <dsp:txXfrm>
        <a:off x="639694" y="1263670"/>
        <a:ext cx="1196841" cy="700665"/>
      </dsp:txXfrm>
    </dsp:sp>
    <dsp:sp modelId="{627E2ADE-CE4A-44F6-97CD-9AA328B8D516}">
      <dsp:nvSpPr>
        <dsp:cNvPr id="0" name=""/>
        <dsp:cNvSpPr/>
      </dsp:nvSpPr>
      <dsp:spPr>
        <a:xfrm rot="5400000">
          <a:off x="1106628" y="2072965"/>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1145827" y="2095292"/>
        <a:ext cx="184576" cy="184081"/>
      </dsp:txXfrm>
    </dsp:sp>
    <dsp:sp modelId="{CF4AB9FC-CFFC-4720-8F96-E9CA7E665E36}">
      <dsp:nvSpPr>
        <dsp:cNvPr id="0" name=""/>
        <dsp:cNvSpPr/>
      </dsp:nvSpPr>
      <dsp:spPr>
        <a:xfrm>
          <a:off x="617895" y="2482310"/>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First Click Testing</a:t>
          </a:r>
        </a:p>
      </dsp:txBody>
      <dsp:txXfrm>
        <a:off x="639694" y="2504109"/>
        <a:ext cx="1196841" cy="700665"/>
      </dsp:txXfrm>
    </dsp:sp>
    <dsp:sp modelId="{3C7468C4-1829-4AA6-A568-4FF9EC949991}">
      <dsp:nvSpPr>
        <dsp:cNvPr id="0" name=""/>
        <dsp:cNvSpPr/>
      </dsp:nvSpPr>
      <dsp:spPr>
        <a:xfrm>
          <a:off x="1967493" y="2700628"/>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967493" y="2762154"/>
        <a:ext cx="184081" cy="184576"/>
      </dsp:txXfrm>
    </dsp:sp>
    <dsp:sp modelId="{2CBF1544-E3CF-43A8-8D34-7A32F01419F7}">
      <dsp:nvSpPr>
        <dsp:cNvPr id="0" name=""/>
        <dsp:cNvSpPr/>
      </dsp:nvSpPr>
      <dsp:spPr>
        <a:xfrm>
          <a:off x="2354510" y="2482310"/>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Final </a:t>
          </a:r>
          <a:r>
            <a:rPr lang="en-US" sz="1300" kern="1200" err="1">
              <a:latin typeface="Century Gothic" panose="020B0502020202020204"/>
            </a:rPr>
            <a:t>SIte</a:t>
          </a:r>
          <a:r>
            <a:rPr lang="en-US" sz="1300" kern="1200">
              <a:latin typeface="Century Gothic" panose="020B0502020202020204"/>
            </a:rPr>
            <a:t> Map</a:t>
          </a:r>
        </a:p>
      </dsp:txBody>
      <dsp:txXfrm>
        <a:off x="2376309" y="2504109"/>
        <a:ext cx="1196841" cy="700665"/>
      </dsp:txXfrm>
    </dsp:sp>
    <dsp:sp modelId="{1E0085CB-0150-4123-AE42-B76F42BEA9C9}">
      <dsp:nvSpPr>
        <dsp:cNvPr id="0" name=""/>
        <dsp:cNvSpPr/>
      </dsp:nvSpPr>
      <dsp:spPr>
        <a:xfrm>
          <a:off x="3704108" y="2700628"/>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704108" y="2762154"/>
        <a:ext cx="184081" cy="184576"/>
      </dsp:txXfrm>
    </dsp:sp>
    <dsp:sp modelId="{BB0B39EA-41F6-4201-8815-0D96EC92DEB9}">
      <dsp:nvSpPr>
        <dsp:cNvPr id="0" name=""/>
        <dsp:cNvSpPr/>
      </dsp:nvSpPr>
      <dsp:spPr>
        <a:xfrm>
          <a:off x="4091125" y="2482310"/>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Wireframe Draft</a:t>
          </a:r>
        </a:p>
      </dsp:txBody>
      <dsp:txXfrm>
        <a:off x="4112924" y="2504109"/>
        <a:ext cx="1196841" cy="700665"/>
      </dsp:txXfrm>
    </dsp:sp>
    <dsp:sp modelId="{961CB36C-7415-409F-806A-72681A0112CB}">
      <dsp:nvSpPr>
        <dsp:cNvPr id="0" name=""/>
        <dsp:cNvSpPr/>
      </dsp:nvSpPr>
      <dsp:spPr>
        <a:xfrm rot="5400000">
          <a:off x="4579859" y="3313405"/>
          <a:ext cx="262973" cy="307628"/>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4619058" y="3335732"/>
        <a:ext cx="184576" cy="184081"/>
      </dsp:txXfrm>
    </dsp:sp>
    <dsp:sp modelId="{6D9CD52D-544F-4598-BB45-846CC04AC662}">
      <dsp:nvSpPr>
        <dsp:cNvPr id="0" name=""/>
        <dsp:cNvSpPr/>
      </dsp:nvSpPr>
      <dsp:spPr>
        <a:xfrm>
          <a:off x="4091125" y="3722750"/>
          <a:ext cx="1240439" cy="744263"/>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rtl="0">
            <a:lnSpc>
              <a:spcPct val="90000"/>
            </a:lnSpc>
            <a:spcBef>
              <a:spcPct val="0"/>
            </a:spcBef>
            <a:spcAft>
              <a:spcPct val="35000"/>
            </a:spcAft>
            <a:buNone/>
          </a:pPr>
          <a:r>
            <a:rPr lang="en-US" sz="1300" kern="1200">
              <a:latin typeface="Century Gothic" panose="020B0502020202020204"/>
            </a:rPr>
            <a:t>Final Wireframe</a:t>
          </a:r>
        </a:p>
      </dsp:txBody>
      <dsp:txXfrm>
        <a:off x="4112924" y="3744549"/>
        <a:ext cx="1196841" cy="7006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B827CB-1D2E-4529-9B41-A93AFC047E44}">
      <dsp:nvSpPr>
        <dsp:cNvPr id="0" name=""/>
        <dsp:cNvSpPr/>
      </dsp:nvSpPr>
      <dsp:spPr>
        <a:xfrm>
          <a:off x="0" y="58661"/>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Content Inventory 29</a:t>
          </a:r>
          <a:endParaRPr lang="en-US" sz="2100" kern="1200">
            <a:latin typeface="Century Gothic" panose="020B0502020202020204"/>
          </a:endParaRPr>
        </a:p>
      </dsp:txBody>
      <dsp:txXfrm>
        <a:off x="24588" y="83249"/>
        <a:ext cx="5162410" cy="454509"/>
      </dsp:txXfrm>
    </dsp:sp>
    <dsp:sp modelId="{7C906ED4-18B4-472E-A937-C1D051722A22}">
      <dsp:nvSpPr>
        <dsp:cNvPr id="0" name=""/>
        <dsp:cNvSpPr/>
      </dsp:nvSpPr>
      <dsp:spPr>
        <a:xfrm>
          <a:off x="0" y="622826"/>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Card Sort 1 data 32</a:t>
          </a:r>
          <a:endParaRPr lang="en-US" sz="2100" kern="1200">
            <a:latin typeface="Century Gothic" panose="020B0502020202020204"/>
          </a:endParaRPr>
        </a:p>
      </dsp:txBody>
      <dsp:txXfrm>
        <a:off x="24588" y="647414"/>
        <a:ext cx="5162410" cy="454509"/>
      </dsp:txXfrm>
    </dsp:sp>
    <dsp:sp modelId="{28A8BE79-0939-4998-911D-6B8D8A1935BD}">
      <dsp:nvSpPr>
        <dsp:cNvPr id="0" name=""/>
        <dsp:cNvSpPr/>
      </dsp:nvSpPr>
      <dsp:spPr>
        <a:xfrm>
          <a:off x="0" y="1186991"/>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Card Sort 2 data 34</a:t>
          </a:r>
          <a:endParaRPr lang="en-US" sz="2100" kern="1200">
            <a:latin typeface="Century Gothic" panose="020B0502020202020204"/>
          </a:endParaRPr>
        </a:p>
      </dsp:txBody>
      <dsp:txXfrm>
        <a:off x="24588" y="1211579"/>
        <a:ext cx="5162410" cy="454509"/>
      </dsp:txXfrm>
    </dsp:sp>
    <dsp:sp modelId="{153EB33A-BE88-4BF4-A190-FCB99183B1C1}">
      <dsp:nvSpPr>
        <dsp:cNvPr id="0" name=""/>
        <dsp:cNvSpPr/>
      </dsp:nvSpPr>
      <dsp:spPr>
        <a:xfrm>
          <a:off x="0" y="1751156"/>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Tree testing data 42</a:t>
          </a:r>
          <a:endParaRPr lang="en-US" sz="2100" kern="1200">
            <a:latin typeface="Century Gothic" panose="020B0502020202020204"/>
          </a:endParaRPr>
        </a:p>
      </dsp:txBody>
      <dsp:txXfrm>
        <a:off x="24588" y="1775744"/>
        <a:ext cx="5162410" cy="454509"/>
      </dsp:txXfrm>
    </dsp:sp>
    <dsp:sp modelId="{B66EB89A-7A26-407A-AA49-0E90E4EA4CF3}">
      <dsp:nvSpPr>
        <dsp:cNvPr id="0" name=""/>
        <dsp:cNvSpPr/>
      </dsp:nvSpPr>
      <dsp:spPr>
        <a:xfrm>
          <a:off x="0" y="2315321"/>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First Click Testing Data 45</a:t>
          </a:r>
          <a:endParaRPr lang="en-US" sz="2100" kern="1200">
            <a:latin typeface="Century Gothic" panose="020B0502020202020204"/>
          </a:endParaRPr>
        </a:p>
      </dsp:txBody>
      <dsp:txXfrm>
        <a:off x="24588" y="2339909"/>
        <a:ext cx="5162410" cy="454509"/>
      </dsp:txXfrm>
    </dsp:sp>
    <dsp:sp modelId="{C8B7C289-C679-47AC-8B0E-E1BD464FE577}">
      <dsp:nvSpPr>
        <dsp:cNvPr id="0" name=""/>
        <dsp:cNvSpPr/>
      </dsp:nvSpPr>
      <dsp:spPr>
        <a:xfrm>
          <a:off x="0" y="2879486"/>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Full Site map 52</a:t>
          </a:r>
          <a:endParaRPr lang="en-US" sz="2100" kern="1200">
            <a:latin typeface="Century Gothic" panose="020B0502020202020204"/>
          </a:endParaRPr>
        </a:p>
      </dsp:txBody>
      <dsp:txXfrm>
        <a:off x="24588" y="2904074"/>
        <a:ext cx="5162410" cy="454509"/>
      </dsp:txXfrm>
    </dsp:sp>
    <dsp:sp modelId="{02D1F76E-78EF-4F59-8C85-5E8CFAA53889}">
      <dsp:nvSpPr>
        <dsp:cNvPr id="0" name=""/>
        <dsp:cNvSpPr/>
      </dsp:nvSpPr>
      <dsp:spPr>
        <a:xfrm>
          <a:off x="0" y="3443651"/>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Full wireframe 53</a:t>
          </a:r>
          <a:endParaRPr lang="en-US" sz="2100" kern="1200">
            <a:latin typeface="Century Gothic" panose="020B0502020202020204"/>
          </a:endParaRPr>
        </a:p>
      </dsp:txBody>
      <dsp:txXfrm>
        <a:off x="24588" y="3468239"/>
        <a:ext cx="5162410" cy="454509"/>
      </dsp:txXfrm>
    </dsp:sp>
    <dsp:sp modelId="{876385DD-F9C2-4C0E-A009-AB2504BE07BA}">
      <dsp:nvSpPr>
        <dsp:cNvPr id="0" name=""/>
        <dsp:cNvSpPr/>
      </dsp:nvSpPr>
      <dsp:spPr>
        <a:xfrm>
          <a:off x="0" y="4007816"/>
          <a:ext cx="5211586" cy="503685"/>
        </a:xfrm>
        <a:prstGeom prst="roundRect">
          <a:avLst/>
        </a:prstGeom>
        <a:blipFill rotWithShape="1">
          <a:blip xmlns:r="http://schemas.openxmlformats.org/officeDocument/2006/relationships" r:embed="rId1">
            <a:duotone>
              <a:schemeClr val="dk2">
                <a:hueOff val="0"/>
                <a:satOff val="0"/>
                <a:lumOff val="0"/>
                <a:alphaOff val="0"/>
                <a:tint val="98000"/>
                <a:lumMod val="102000"/>
              </a:schemeClr>
              <a:schemeClr val="dk2">
                <a:hueOff val="0"/>
                <a:satOff val="0"/>
                <a:lumOff val="0"/>
                <a:alphaOff val="0"/>
                <a:shade val="98000"/>
                <a:lumMod val="98000"/>
              </a:schemeClr>
            </a:duotone>
          </a:blip>
          <a:tile tx="0" ty="0" sx="100000" sy="100000" flip="none" algn="tl"/>
        </a:blip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entury Gothic" panose="020B0502020202020204"/>
              <a:hlinkClick xmlns:r="http://schemas.openxmlformats.org/officeDocument/2006/relationships" r:id="" action="ppaction://hlinksldjump"/>
            </a:rPr>
            <a:t>Wireframe Screens &amp; annotations 55</a:t>
          </a:r>
          <a:endParaRPr lang="en-US" sz="2100" kern="1200">
            <a:latin typeface="Century Gothic" panose="020B0502020202020204"/>
          </a:endParaRPr>
        </a:p>
      </dsp:txBody>
      <dsp:txXfrm>
        <a:off x="24588" y="4032404"/>
        <a:ext cx="5162410" cy="454509"/>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0C354-2A45-4291-BD9B-8359BDC9BD89}" type="datetimeFigureOut">
              <a:t>6/10/2022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73E8BD-04AB-4EFC-95DA-0CD12C9C338A}" type="slidenum">
              <a:t>‹#›</a:t>
            </a:fld>
            <a:endParaRPr lang="en-US"/>
          </a:p>
        </p:txBody>
      </p:sp>
    </p:spTree>
    <p:extLst>
      <p:ext uri="{BB962C8B-B14F-4D97-AF65-F5344CB8AC3E}">
        <p14:creationId xmlns:p14="http://schemas.microsoft.com/office/powerpoint/2010/main" val="691561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Major content is result of content inventory and testing</a:t>
            </a:r>
          </a:p>
        </p:txBody>
      </p:sp>
      <p:sp>
        <p:nvSpPr>
          <p:cNvPr id="4" name="Slide Number Placeholder 3"/>
          <p:cNvSpPr>
            <a:spLocks noGrp="1"/>
          </p:cNvSpPr>
          <p:nvPr>
            <p:ph type="sldNum" sz="quarter" idx="5"/>
          </p:nvPr>
        </p:nvSpPr>
        <p:spPr/>
        <p:txBody>
          <a:bodyPr/>
          <a:lstStyle/>
          <a:p>
            <a:fld id="{6273E8BD-04AB-4EFC-95DA-0CD12C9C338A}" type="slidenum">
              <a:t>5</a:t>
            </a:fld>
            <a:endParaRPr lang="en-US"/>
          </a:p>
        </p:txBody>
      </p:sp>
    </p:spTree>
    <p:extLst>
      <p:ext uri="{BB962C8B-B14F-4D97-AF65-F5344CB8AC3E}">
        <p14:creationId xmlns:p14="http://schemas.microsoft.com/office/powerpoint/2010/main" val="38621214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 name="Freeform 6"/>
          <p:cNvSpPr/>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810001" y="1449147"/>
            <a:ext cx="10572000" cy="2971051"/>
          </a:xfrm>
        </p:spPr>
        <p:txBody>
          <a:bodyPr/>
          <a:lstStyle>
            <a:lvl1pPr>
              <a:defRPr sz="5400"/>
            </a:lvl1pPr>
          </a:lstStyle>
          <a:p>
            <a:r>
              <a:rPr lang="en-US"/>
              <a:t>Click to edit Master title style</a:t>
            </a:r>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B9EBBA-996F-894A-B54A-D6246ED52CEA}" type="datetimeFigureOut">
              <a:rPr lang="en-US" dirty="0"/>
              <a:pPr/>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199894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1"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447188"/>
            <a:ext cx="10571998" cy="970450"/>
          </a:xfrm>
        </p:spPr>
        <p:txBody>
          <a:bodyPr/>
          <a:lstStyle/>
          <a:p>
            <a:r>
              <a:rPr lang="en-US"/>
              <a:t>Click to edit Master title style</a:t>
            </a:r>
          </a:p>
        </p:txBody>
      </p:sp>
      <p:sp>
        <p:nvSpPr>
          <p:cNvPr id="3" name="Content Placeholder 2"/>
          <p:cNvSpPr>
            <a:spLocks noGrp="1"/>
          </p:cNvSpPr>
          <p:nvPr>
            <p:ph idx="1"/>
          </p:nvPr>
        </p:nvSpPr>
        <p:spPr>
          <a:xfrm>
            <a:off x="818712" y="2222287"/>
            <a:ext cx="10554574" cy="36365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3A1323-8D79-1946-B0D7-40001CF92E9D}" type="datetimeFigureOut">
              <a:rPr lang="en-US" dirty="0"/>
              <a:pPr/>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692088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Freeform 7"/>
          <p:cNvSpPr/>
          <p:nvPr/>
        </p:nvSpPr>
        <p:spPr bwMode="auto">
          <a:xfrm>
            <a:off x="0" y="1"/>
            <a:ext cx="12192000" cy="5203825"/>
          </a:xfrm>
          <a:custGeom>
            <a:avLst/>
            <a:gdLst/>
            <a:ahLst/>
            <a:cxnLst/>
            <a:rect l="0" t="0" r="r" b="b"/>
            <a:pathLst>
              <a:path w="5760" h="3278">
                <a:moveTo>
                  <a:pt x="0" y="0"/>
                </a:moveTo>
                <a:lnTo>
                  <a:pt x="5760" y="0"/>
                </a:lnTo>
                <a:lnTo>
                  <a:pt x="5760" y="3090"/>
                </a:lnTo>
                <a:lnTo>
                  <a:pt x="4817" y="3090"/>
                </a:lnTo>
                <a:lnTo>
                  <a:pt x="4637" y="3270"/>
                </a:lnTo>
                <a:lnTo>
                  <a:pt x="4637" y="3270"/>
                </a:lnTo>
                <a:lnTo>
                  <a:pt x="4633" y="3272"/>
                </a:lnTo>
                <a:lnTo>
                  <a:pt x="4627" y="3275"/>
                </a:lnTo>
                <a:lnTo>
                  <a:pt x="4621" y="3278"/>
                </a:lnTo>
                <a:lnTo>
                  <a:pt x="4616" y="3278"/>
                </a:lnTo>
                <a:lnTo>
                  <a:pt x="4610" y="3278"/>
                </a:lnTo>
                <a:lnTo>
                  <a:pt x="4605" y="3275"/>
                </a:lnTo>
                <a:lnTo>
                  <a:pt x="4599" y="3272"/>
                </a:lnTo>
                <a:lnTo>
                  <a:pt x="4595" y="3270"/>
                </a:lnTo>
                <a:lnTo>
                  <a:pt x="4415" y="3090"/>
                </a:lnTo>
                <a:lnTo>
                  <a:pt x="0" y="3090"/>
                </a:lnTo>
                <a:lnTo>
                  <a:pt x="0" y="0"/>
                </a:lnTo>
                <a:lnTo>
                  <a:pt x="0" y="0"/>
                </a:lnTo>
                <a:close/>
              </a:path>
            </a:pathLst>
          </a:custGeom>
          <a:ln>
            <a:headEnd/>
            <a:tailEnd/>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a:t>Click to edit Master title style</a:t>
            </a:r>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121897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302355-E14B-8545-A8F8-0FE83CC9D524}" type="datetimeFigureOut">
              <a:rPr lang="en-US" dirty="0"/>
              <a:pPr/>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687953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40F58-564D-2B4F-AE67-E407BA4FCF45}" type="datetimeFigureOut">
              <a:rPr lang="en-US" dirty="0"/>
              <a:pPr/>
              <a:t>6/10/2022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461003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13A34C8-038E-2045-AF43-DF7DBB8E0E9E}" type="datetimeFigureOut">
              <a:rPr lang="en-US" dirty="0"/>
              <a:pPr/>
              <a:t>6/10/2022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848828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dirty="0"/>
              <a:pPr/>
              <a:t>6/10/2022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26986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2" name="Freeform 6"/>
          <p:cNvSpPr>
            <a:spLocks noChangeAspect="1"/>
          </p:cNvSpPr>
          <p:nvPr/>
        </p:nvSpPr>
        <p:spPr bwMode="auto">
          <a:xfrm>
            <a:off x="1073151" y="446087"/>
            <a:ext cx="3547533" cy="1814651"/>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855633" y="446088"/>
            <a:ext cx="6252633" cy="541496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dirty="0"/>
              <a:pPr/>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02093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a:t>Click to edit Master title style</a:t>
            </a:r>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endParaRPr lang="en-US"/>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dirty="0"/>
              <a:pPr/>
              <a:t>6/10/2022</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467707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a:t>Click to edit Master title style</a:t>
            </a:r>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endParaRPr lang="en-US"/>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dirty="0"/>
              <a:pPr/>
              <a:t>6/10/2022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89043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a:t>Click to edit Master title style</a:t>
            </a:r>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dirty="0"/>
              <a:pPr/>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7711209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a:t>Click to edit Master title style</a:t>
            </a:r>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dirty="0"/>
              <a:pPr/>
              <a:t>6/10/2022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080020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6C52C72-DE31-F449-A4ED-4C594FD91407}" type="datetimeFigureOut">
              <a:rPr lang="en-US" dirty="0"/>
              <a:pPr/>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66053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D62726E-379B-B349-9EED-81ED093FA806}" type="datetimeFigureOut">
              <a:rPr lang="en-US" dirty="0"/>
              <a:pPr/>
              <a:t>6/10/2022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57496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a:t>Click to edit Master title style</a:t>
            </a:r>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dirty="0"/>
              <a:pPr/>
              <a:t>6/10/2022</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684637906"/>
      </p:ext>
    </p:extLst>
  </p:cSld>
  <p:clrMap bg1="dk1" tx1="lt1" bg2="dk2" tx2="lt2" accent1="accent1" accent2="accent2" accent3="accent3" accent4="accent4" accent5="accent5" accent6="accent6" hlink="hlink" folHlink="folHlink"/>
  <p:sldLayoutIdLst>
    <p:sldLayoutId id="2147483960" r:id="rId1"/>
    <p:sldLayoutId id="2147483961" r:id="rId2"/>
    <p:sldLayoutId id="2147483962" r:id="rId3"/>
    <p:sldLayoutId id="2147483963" r:id="rId4"/>
    <p:sldLayoutId id="2147483964" r:id="rId5"/>
    <p:sldLayoutId id="2147483965" r:id="rId6"/>
    <p:sldLayoutId id="2147483966" r:id="rId7"/>
    <p:sldLayoutId id="2147483967" r:id="rId8"/>
    <p:sldLayoutId id="2147483968" r:id="rId9"/>
    <p:sldLayoutId id="2147483969" r:id="rId10"/>
    <p:sldLayoutId id="2147483970" r:id="rId11"/>
    <p:sldLayoutId id="2147483971" r:id="rId12"/>
    <p:sldLayoutId id="2147483972" r:id="rId13"/>
    <p:sldLayoutId id="2147483973" r:id="rId14"/>
  </p:sldLayoutIdLst>
  <p:hf sldNum="0" hdr="0" ftr="0" dt="0"/>
  <p:txStyles>
    <p:title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00_6F3565DE.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slide" Target="slide22.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0.xml"/><Relationship Id="rId17" Type="http://schemas.openxmlformats.org/officeDocument/2006/relationships/slide" Target="slide28.xml"/><Relationship Id="rId2" Type="http://schemas.openxmlformats.org/officeDocument/2006/relationships/image" Target="../media/image1.jpeg"/><Relationship Id="rId16" Type="http://schemas.openxmlformats.org/officeDocument/2006/relationships/slide" Target="slide27.xml"/><Relationship Id="rId1" Type="http://schemas.openxmlformats.org/officeDocument/2006/relationships/slideLayout" Target="../slideLayouts/slideLayout2.xml"/><Relationship Id="rId6" Type="http://schemas.openxmlformats.org/officeDocument/2006/relationships/slide" Target="slide6.xml"/><Relationship Id="rId11" Type="http://schemas.openxmlformats.org/officeDocument/2006/relationships/slide" Target="slide17.xml"/><Relationship Id="rId5" Type="http://schemas.openxmlformats.org/officeDocument/2006/relationships/slide" Target="slide5.xml"/><Relationship Id="rId15" Type="http://schemas.openxmlformats.org/officeDocument/2006/relationships/slide" Target="slide26.xml"/><Relationship Id="rId10" Type="http://schemas.openxmlformats.org/officeDocument/2006/relationships/slide" Target="slide11.xml"/><Relationship Id="rId4" Type="http://schemas.openxmlformats.org/officeDocument/2006/relationships/slide" Target="slide4.xml"/><Relationship Id="rId9" Type="http://schemas.openxmlformats.org/officeDocument/2006/relationships/slide" Target="slide10.xml"/><Relationship Id="rId14" Type="http://schemas.openxmlformats.org/officeDocument/2006/relationships/slide" Target="slide24.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microsoft.com/office/2018/10/relationships/comments" Target="../comments/modernComment_116_638F72F7.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2_1F7CA87D.xm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microsoft.com/office/2018/10/relationships/comments" Target="../comments/modernComment_10B_9AA85B3.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microsoft.com/office/2018/10/relationships/comments" Target="../comments/modernComment_10D_47C8ECBB.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119_6F1C7CAA.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8/10/relationships/comments" Target="../comments/modernComment_10E_5EC087EA.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microsoft.com/office/2018/10/relationships/comments" Target="../comments/modernComment_106_309B584.xml"/><Relationship Id="rId1" Type="http://schemas.openxmlformats.org/officeDocument/2006/relationships/slideLayout" Target="../slideLayouts/slideLayout2.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microsoft.com/office/2018/10/relationships/comments" Target="../comments/modernComment_136_17411F0D.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4.xml"/><Relationship Id="rId5" Type="http://schemas.openxmlformats.org/officeDocument/2006/relationships/image" Target="../media/image33.svg"/><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app.optimalworkshop.com/a/meliador/optimalsort/results/2675b394-9500-4b20-ae62-4b9eeeb774a6#/t/results/overview" TargetMode="External"/><Relationship Id="rId2" Type="http://schemas.microsoft.com/office/2018/10/relationships/comments" Target="../comments/modernComment_11C_9D642636.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3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61.jpeg"/><Relationship Id="rId2" Type="http://schemas.microsoft.com/office/2018/10/relationships/comments" Target="../comments/modernComment_11B_73016B2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2.jpeg"/><Relationship Id="rId2" Type="http://schemas.microsoft.com/office/2018/10/relationships/comments" Target="../comments/modernComment_12D_F7A90F6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F2F3D-FAD0-28D5-100C-E7463FB047A4}"/>
              </a:ext>
            </a:extLst>
          </p:cNvPr>
          <p:cNvSpPr>
            <a:spLocks noGrp="1"/>
          </p:cNvSpPr>
          <p:nvPr>
            <p:ph type="ctrTitle"/>
          </p:nvPr>
        </p:nvSpPr>
        <p:spPr>
          <a:xfrm>
            <a:off x="810001" y="639097"/>
            <a:ext cx="6446205" cy="3781101"/>
          </a:xfrm>
        </p:spPr>
        <p:txBody>
          <a:bodyPr>
            <a:normAutofit/>
          </a:bodyPr>
          <a:lstStyle/>
          <a:p>
            <a:r>
              <a:rPr lang="en-US"/>
              <a:t>Rouyn-Noranda Welcomes You</a:t>
            </a:r>
          </a:p>
        </p:txBody>
      </p:sp>
      <p:sp>
        <p:nvSpPr>
          <p:cNvPr id="47" name="Freeform: Shape 46">
            <a:extLst>
              <a:ext uri="{FF2B5EF4-FFF2-40B4-BE49-F238E27FC236}">
                <a16:creationId xmlns:a16="http://schemas.microsoft.com/office/drawing/2014/main" id="{B95EB505-AE12-4878-88D1-3A93384E0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4896681"/>
            <a:ext cx="12188952" cy="1961319"/>
          </a:xfrm>
          <a:custGeom>
            <a:avLst/>
            <a:gdLst>
              <a:gd name="connsiteX0" fmla="*/ 0 w 12188952"/>
              <a:gd name="connsiteY0" fmla="*/ 0 h 1961319"/>
              <a:gd name="connsiteX1" fmla="*/ 1996017 w 12188952"/>
              <a:gd name="connsiteY1" fmla="*/ 0 h 1961319"/>
              <a:gd name="connsiteX2" fmla="*/ 2377017 w 12188952"/>
              <a:gd name="connsiteY2" fmla="*/ 263783 h 1961319"/>
              <a:gd name="connsiteX3" fmla="*/ 2385484 w 12188952"/>
              <a:gd name="connsiteY3" fmla="*/ 266713 h 1961319"/>
              <a:gd name="connsiteX4" fmla="*/ 2398184 w 12188952"/>
              <a:gd name="connsiteY4" fmla="*/ 271110 h 1961319"/>
              <a:gd name="connsiteX5" fmla="*/ 2410883 w 12188952"/>
              <a:gd name="connsiteY5" fmla="*/ 275506 h 1961319"/>
              <a:gd name="connsiteX6" fmla="*/ 2421467 w 12188952"/>
              <a:gd name="connsiteY6" fmla="*/ 275506 h 1961319"/>
              <a:gd name="connsiteX7" fmla="*/ 2434167 w 12188952"/>
              <a:gd name="connsiteY7" fmla="*/ 275506 h 1961319"/>
              <a:gd name="connsiteX8" fmla="*/ 2444750 w 12188952"/>
              <a:gd name="connsiteY8" fmla="*/ 271110 h 1961319"/>
              <a:gd name="connsiteX9" fmla="*/ 2457450 w 12188952"/>
              <a:gd name="connsiteY9" fmla="*/ 266713 h 1961319"/>
              <a:gd name="connsiteX10" fmla="*/ 2465917 w 12188952"/>
              <a:gd name="connsiteY10" fmla="*/ 263783 h 1961319"/>
              <a:gd name="connsiteX11" fmla="*/ 2846917 w 12188952"/>
              <a:gd name="connsiteY11" fmla="*/ 0 h 1961319"/>
              <a:gd name="connsiteX12" fmla="*/ 12188952 w 12188952"/>
              <a:gd name="connsiteY12" fmla="*/ 0 h 1961319"/>
              <a:gd name="connsiteX13" fmla="*/ 12188952 w 12188952"/>
              <a:gd name="connsiteY13" fmla="*/ 1264506 h 1961319"/>
              <a:gd name="connsiteX14" fmla="*/ 12188952 w 12188952"/>
              <a:gd name="connsiteY14" fmla="*/ 1917775 h 1961319"/>
              <a:gd name="connsiteX15" fmla="*/ 12188952 w 12188952"/>
              <a:gd name="connsiteY15" fmla="*/ 1961319 h 1961319"/>
              <a:gd name="connsiteX16" fmla="*/ 0 w 12188952"/>
              <a:gd name="connsiteY16" fmla="*/ 1961319 h 1961319"/>
              <a:gd name="connsiteX17" fmla="*/ 0 w 12188952"/>
              <a:gd name="connsiteY17" fmla="*/ 1917775 h 1961319"/>
              <a:gd name="connsiteX18" fmla="*/ 0 w 12188952"/>
              <a:gd name="connsiteY18" fmla="*/ 1264506 h 1961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2188952" h="1961319">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88952" y="0"/>
                </a:lnTo>
                <a:lnTo>
                  <a:pt x="12188952" y="1264506"/>
                </a:lnTo>
                <a:lnTo>
                  <a:pt x="12188952" y="1917775"/>
                </a:lnTo>
                <a:lnTo>
                  <a:pt x="12188952" y="1961319"/>
                </a:lnTo>
                <a:lnTo>
                  <a:pt x="0" y="1961319"/>
                </a:lnTo>
                <a:lnTo>
                  <a:pt x="0" y="1917775"/>
                </a:lnTo>
                <a:lnTo>
                  <a:pt x="0" y="1264506"/>
                </a:lnTo>
                <a:close/>
              </a:path>
            </a:pathLst>
          </a:cu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Subtitle 2">
            <a:extLst>
              <a:ext uri="{FF2B5EF4-FFF2-40B4-BE49-F238E27FC236}">
                <a16:creationId xmlns:a16="http://schemas.microsoft.com/office/drawing/2014/main" id="{6382E3A3-AB3F-54FF-3C8F-82D392D0B361}"/>
              </a:ext>
            </a:extLst>
          </p:cNvPr>
          <p:cNvSpPr>
            <a:spLocks noGrp="1"/>
          </p:cNvSpPr>
          <p:nvPr>
            <p:ph type="subTitle" idx="1"/>
          </p:nvPr>
        </p:nvSpPr>
        <p:spPr>
          <a:xfrm>
            <a:off x="810001" y="5280847"/>
            <a:ext cx="6446205" cy="785656"/>
          </a:xfrm>
        </p:spPr>
        <p:txBody>
          <a:bodyPr>
            <a:normAutofit/>
          </a:bodyPr>
          <a:lstStyle/>
          <a:p>
            <a:pPr>
              <a:lnSpc>
                <a:spcPct val="90000"/>
              </a:lnSpc>
            </a:pPr>
            <a:r>
              <a:rPr lang="en-US" sz="1100">
                <a:solidFill>
                  <a:srgbClr val="FFFFFF"/>
                </a:solidFill>
              </a:rPr>
              <a:t>Group2 -Information Architecture</a:t>
            </a:r>
          </a:p>
          <a:p>
            <a:pPr>
              <a:lnSpc>
                <a:spcPct val="90000"/>
              </a:lnSpc>
            </a:pPr>
            <a:r>
              <a:rPr lang="en-US" sz="1100">
                <a:solidFill>
                  <a:srgbClr val="FFFFFF"/>
                </a:solidFill>
              </a:rPr>
              <a:t>Spring 2022</a:t>
            </a:r>
          </a:p>
          <a:p>
            <a:pPr>
              <a:lnSpc>
                <a:spcPct val="90000"/>
              </a:lnSpc>
            </a:pPr>
            <a:r>
              <a:rPr lang="en-US" sz="1100">
                <a:solidFill>
                  <a:srgbClr val="FFFFFF"/>
                </a:solidFill>
              </a:rPr>
              <a:t>By: Vi-Anh Nguyen, Vi-Linh Nguyen</a:t>
            </a:r>
          </a:p>
        </p:txBody>
      </p:sp>
      <p:sp>
        <p:nvSpPr>
          <p:cNvPr id="49" name="Rectangle 48">
            <a:extLst>
              <a:ext uri="{FF2B5EF4-FFF2-40B4-BE49-F238E27FC236}">
                <a16:creationId xmlns:a16="http://schemas.microsoft.com/office/drawing/2014/main" id="{A12BC7B8-5515-40FA-A38E-1054E2061B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41342" y="0"/>
            <a:ext cx="465065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14">
            <a:extLst>
              <a:ext uri="{FF2B5EF4-FFF2-40B4-BE49-F238E27FC236}">
                <a16:creationId xmlns:a16="http://schemas.microsoft.com/office/drawing/2014/main" id="{DD55F7DD-ACF1-44A0-B9B5-FC5A875443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84806" y="958640"/>
            <a:ext cx="3363730" cy="4945244"/>
          </a:xfrm>
          <a:prstGeom prst="roundRect">
            <a:avLst>
              <a:gd name="adj" fmla="val 351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4" descr="Maple Leaf with solid fill">
            <a:extLst>
              <a:ext uri="{FF2B5EF4-FFF2-40B4-BE49-F238E27FC236}">
                <a16:creationId xmlns:a16="http://schemas.microsoft.com/office/drawing/2014/main" id="{AF459811-9602-8885-768B-82A727CE8B2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75406" y="2030569"/>
            <a:ext cx="2767153" cy="2767153"/>
          </a:xfrm>
          <a:prstGeom prst="rect">
            <a:avLst/>
          </a:prstGeom>
        </p:spPr>
      </p:pic>
    </p:spTree>
    <p:extLst>
      <p:ext uri="{BB962C8B-B14F-4D97-AF65-F5344CB8AC3E}">
        <p14:creationId xmlns:p14="http://schemas.microsoft.com/office/powerpoint/2010/main" val="1865770462"/>
      </p:ext>
    </p:extLst>
  </p:cSld>
  <p:clrMapOvr>
    <a:overrideClrMapping bg1="lt1" tx1="dk1" bg2="lt2" tx2="dk2" accent1="accent1" accent2="accent2" accent3="accent3" accent4="accent4" accent5="accent5" accent6="accent6" hlink="hlink" folHlink="folHlink"/>
  </p:clrMapOvr>
  <p:extLst>
    <p:ext uri="{6950BFC3-D8DA-4A85-94F7-54DA5524770B}">
      <p188:commentRel xmlns:p188="http://schemas.microsoft.com/office/powerpoint/2018/8/main" r:id="rId2"/>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B2B82547-2424-4E7A-A98B-75206EE73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23">
            <a:extLst>
              <a:ext uri="{FF2B5EF4-FFF2-40B4-BE49-F238E27FC236}">
                <a16:creationId xmlns:a16="http://schemas.microsoft.com/office/drawing/2014/main" id="{5109BC2F-9616-4D7D-9E98-57898009A8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F9B4A4-C377-2460-5AD7-1D88A40A4601}"/>
              </a:ext>
            </a:extLst>
          </p:cNvPr>
          <p:cNvSpPr>
            <a:spLocks noGrp="1"/>
          </p:cNvSpPr>
          <p:nvPr>
            <p:ph type="title"/>
          </p:nvPr>
        </p:nvSpPr>
        <p:spPr>
          <a:xfrm>
            <a:off x="641754" y="1687286"/>
            <a:ext cx="3269463" cy="3978017"/>
          </a:xfrm>
        </p:spPr>
        <p:txBody>
          <a:bodyPr anchor="t">
            <a:normAutofit/>
          </a:bodyPr>
          <a:lstStyle/>
          <a:p>
            <a:r>
              <a:rPr lang="en-US" sz="4400"/>
              <a:t>Table of Content</a:t>
            </a:r>
          </a:p>
        </p:txBody>
      </p:sp>
      <p:sp>
        <p:nvSpPr>
          <p:cNvPr id="44" name="Content Placeholder 43">
            <a:extLst>
              <a:ext uri="{FF2B5EF4-FFF2-40B4-BE49-F238E27FC236}">
                <a16:creationId xmlns:a16="http://schemas.microsoft.com/office/drawing/2014/main" id="{29BACD80-2A54-BC5D-250C-0E9C4C8AB9DE}"/>
              </a:ext>
            </a:extLst>
          </p:cNvPr>
          <p:cNvSpPr>
            <a:spLocks noGrp="1"/>
          </p:cNvSpPr>
          <p:nvPr>
            <p:ph idx="1"/>
          </p:nvPr>
        </p:nvSpPr>
        <p:spPr>
          <a:xfrm>
            <a:off x="5449327" y="2222287"/>
            <a:ext cx="5923959" cy="3636511"/>
          </a:xfrm>
        </p:spPr>
        <p:txBody>
          <a:bodyPr>
            <a:normAutofit fontScale="92500" lnSpcReduction="20000"/>
          </a:bodyPr>
          <a:lstStyle/>
          <a:p>
            <a:pPr>
              <a:spcBef>
                <a:spcPts val="0"/>
              </a:spcBef>
              <a:spcAft>
                <a:spcPts val="0"/>
              </a:spcAft>
            </a:pPr>
            <a:r>
              <a:rPr lang="en-US">
                <a:ea typeface="+mn-lt"/>
                <a:cs typeface="+mn-lt"/>
                <a:hlinkClick r:id="rId3" action="ppaction://hlinksldjump"/>
              </a:rPr>
              <a:t>Project Overview 3</a:t>
            </a:r>
            <a:endParaRPr lang="en-US">
              <a:ea typeface="+mn-lt"/>
              <a:cs typeface="+mn-lt"/>
            </a:endParaRPr>
          </a:p>
          <a:p>
            <a:pPr>
              <a:spcBef>
                <a:spcPts val="0"/>
              </a:spcBef>
              <a:spcAft>
                <a:spcPts val="0"/>
              </a:spcAft>
            </a:pPr>
            <a:r>
              <a:rPr lang="en-US">
                <a:ea typeface="+mn-lt"/>
                <a:cs typeface="+mn-lt"/>
                <a:hlinkClick r:id="rId4" action="ppaction://hlinksldjump"/>
              </a:rPr>
              <a:t>Objectives 4 </a:t>
            </a:r>
            <a:endParaRPr lang="en-US">
              <a:ea typeface="+mn-lt"/>
              <a:cs typeface="+mn-lt"/>
            </a:endParaRPr>
          </a:p>
          <a:p>
            <a:pPr>
              <a:spcBef>
                <a:spcPts val="0"/>
              </a:spcBef>
              <a:spcAft>
                <a:spcPts val="0"/>
              </a:spcAft>
            </a:pPr>
            <a:r>
              <a:rPr lang="en-US">
                <a:ea typeface="+mn-lt"/>
                <a:cs typeface="+mn-lt"/>
                <a:hlinkClick r:id="rId5" action="ppaction://hlinksldjump"/>
              </a:rPr>
              <a:t>Major Content Items 5</a:t>
            </a:r>
            <a:endParaRPr lang="en-US">
              <a:ea typeface="+mn-lt"/>
              <a:cs typeface="+mn-lt"/>
            </a:endParaRPr>
          </a:p>
          <a:p>
            <a:pPr>
              <a:spcBef>
                <a:spcPts val="0"/>
              </a:spcBef>
              <a:spcAft>
                <a:spcPts val="0"/>
              </a:spcAft>
            </a:pPr>
            <a:r>
              <a:rPr lang="en-US">
                <a:ea typeface="+mn-lt"/>
                <a:cs typeface="+mn-lt"/>
                <a:hlinkClick r:id="rId6" action="ppaction://hlinksldjump"/>
              </a:rPr>
              <a:t>User Scenarios 6</a:t>
            </a:r>
            <a:endParaRPr lang="en-US">
              <a:ea typeface="+mn-lt"/>
              <a:cs typeface="+mn-lt"/>
            </a:endParaRPr>
          </a:p>
          <a:p>
            <a:pPr>
              <a:spcBef>
                <a:spcPts val="0"/>
              </a:spcBef>
              <a:spcAft>
                <a:spcPts val="0"/>
              </a:spcAft>
            </a:pPr>
            <a:r>
              <a:rPr lang="en-US">
                <a:ea typeface="+mn-lt"/>
                <a:cs typeface="+mn-lt"/>
                <a:hlinkClick r:id="rId7" action="ppaction://hlinksldjump"/>
              </a:rPr>
              <a:t>Personas 7</a:t>
            </a:r>
            <a:endParaRPr lang="en-US"/>
          </a:p>
          <a:p>
            <a:pPr>
              <a:spcBef>
                <a:spcPts val="0"/>
              </a:spcBef>
              <a:spcAft>
                <a:spcPts val="0"/>
              </a:spcAft>
            </a:pPr>
            <a:r>
              <a:rPr lang="en-US">
                <a:ea typeface="+mn-lt"/>
                <a:cs typeface="+mn-lt"/>
                <a:hlinkClick r:id="rId8" action="ppaction://hlinksldjump"/>
              </a:rPr>
              <a:t>Testing Process 9</a:t>
            </a:r>
            <a:endParaRPr lang="en-US">
              <a:ea typeface="+mn-lt"/>
              <a:cs typeface="+mn-lt"/>
            </a:endParaRPr>
          </a:p>
          <a:p>
            <a:pPr>
              <a:spcBef>
                <a:spcPts val="0"/>
              </a:spcBef>
              <a:spcAft>
                <a:spcPts val="0"/>
              </a:spcAft>
            </a:pPr>
            <a:r>
              <a:rPr lang="en-US">
                <a:ea typeface="+mn-lt"/>
                <a:cs typeface="+mn-lt"/>
                <a:hlinkClick r:id="rId9" action="ppaction://hlinksldjump"/>
              </a:rPr>
              <a:t>Content Inventory 10</a:t>
            </a:r>
            <a:endParaRPr lang="en-US">
              <a:ea typeface="+mn-lt"/>
              <a:cs typeface="+mn-lt"/>
            </a:endParaRPr>
          </a:p>
          <a:p>
            <a:pPr>
              <a:spcBef>
                <a:spcPts val="0"/>
              </a:spcBef>
              <a:spcAft>
                <a:spcPts val="0"/>
              </a:spcAft>
            </a:pPr>
            <a:r>
              <a:rPr lang="en-US">
                <a:ea typeface="+mn-lt"/>
                <a:cs typeface="+mn-lt"/>
                <a:hlinkClick r:id="rId10" action="ppaction://hlinksldjump"/>
              </a:rPr>
              <a:t>Card Sorts 11</a:t>
            </a:r>
            <a:endParaRPr lang="en-US">
              <a:ea typeface="+mn-lt"/>
              <a:cs typeface="+mn-lt"/>
            </a:endParaRPr>
          </a:p>
          <a:p>
            <a:pPr>
              <a:spcBef>
                <a:spcPts val="0"/>
              </a:spcBef>
              <a:spcAft>
                <a:spcPts val="0"/>
              </a:spcAft>
            </a:pPr>
            <a:r>
              <a:rPr lang="en-US">
                <a:ea typeface="+mn-lt"/>
                <a:cs typeface="+mn-lt"/>
                <a:hlinkClick r:id="rId11" action="ppaction://hlinksldjump"/>
              </a:rPr>
              <a:t>Tree Testing 17</a:t>
            </a:r>
            <a:endParaRPr lang="en-US">
              <a:ea typeface="+mn-lt"/>
              <a:cs typeface="+mn-lt"/>
            </a:endParaRPr>
          </a:p>
          <a:p>
            <a:pPr>
              <a:spcBef>
                <a:spcPts val="0"/>
              </a:spcBef>
              <a:spcAft>
                <a:spcPts val="0"/>
              </a:spcAft>
            </a:pPr>
            <a:r>
              <a:rPr lang="en-US">
                <a:ea typeface="+mn-lt"/>
                <a:cs typeface="+mn-lt"/>
              </a:rPr>
              <a:t>Wireframe 19</a:t>
            </a:r>
          </a:p>
          <a:p>
            <a:pPr>
              <a:spcBef>
                <a:spcPts val="0"/>
              </a:spcBef>
              <a:spcAft>
                <a:spcPts val="0"/>
              </a:spcAft>
            </a:pPr>
            <a:r>
              <a:rPr lang="en-US">
                <a:ea typeface="+mn-lt"/>
                <a:cs typeface="+mn-lt"/>
                <a:hlinkClick r:id="rId12" action="ppaction://hlinksldjump"/>
              </a:rPr>
              <a:t>First Click Test 20</a:t>
            </a:r>
            <a:endParaRPr lang="en-US">
              <a:ea typeface="+mn-lt"/>
              <a:cs typeface="+mn-lt"/>
            </a:endParaRPr>
          </a:p>
          <a:p>
            <a:pPr>
              <a:spcBef>
                <a:spcPts val="0"/>
              </a:spcBef>
              <a:spcAft>
                <a:spcPts val="0"/>
              </a:spcAft>
            </a:pPr>
            <a:r>
              <a:rPr lang="en-US">
                <a:ea typeface="+mn-lt"/>
                <a:cs typeface="+mn-lt"/>
                <a:hlinkClick r:id="rId13" action="ppaction://hlinksldjump"/>
              </a:rPr>
              <a:t>Site Map 22</a:t>
            </a:r>
            <a:endParaRPr lang="en-US">
              <a:ea typeface="+mn-lt"/>
              <a:cs typeface="+mn-lt"/>
            </a:endParaRPr>
          </a:p>
          <a:p>
            <a:pPr>
              <a:spcBef>
                <a:spcPts val="0"/>
              </a:spcBef>
              <a:spcAft>
                <a:spcPts val="0"/>
              </a:spcAft>
            </a:pPr>
            <a:r>
              <a:rPr lang="en-US">
                <a:ea typeface="+mn-lt"/>
                <a:cs typeface="+mn-lt"/>
                <a:hlinkClick r:id="rId14" action="ppaction://hlinksldjump"/>
              </a:rPr>
              <a:t>Comparing Navigation 24</a:t>
            </a:r>
            <a:endParaRPr lang="en-US">
              <a:ea typeface="+mn-lt"/>
              <a:cs typeface="+mn-lt"/>
            </a:endParaRPr>
          </a:p>
          <a:p>
            <a:pPr>
              <a:spcBef>
                <a:spcPts val="0"/>
              </a:spcBef>
              <a:spcAft>
                <a:spcPts val="0"/>
              </a:spcAft>
            </a:pPr>
            <a:r>
              <a:rPr lang="en-US">
                <a:ea typeface="+mn-lt"/>
                <a:cs typeface="+mn-lt"/>
                <a:hlinkClick r:id="rId15" action="ppaction://hlinksldjump"/>
              </a:rPr>
              <a:t>Retrospective 26</a:t>
            </a:r>
            <a:endParaRPr lang="en-US">
              <a:ea typeface="+mn-lt"/>
              <a:cs typeface="+mn-lt"/>
            </a:endParaRPr>
          </a:p>
          <a:p>
            <a:pPr>
              <a:spcBef>
                <a:spcPts val="0"/>
              </a:spcBef>
              <a:spcAft>
                <a:spcPts val="0"/>
              </a:spcAft>
            </a:pPr>
            <a:r>
              <a:rPr lang="en-US">
                <a:ea typeface="+mn-lt"/>
                <a:cs typeface="+mn-lt"/>
                <a:hlinkClick r:id="rId16" action="ppaction://hlinksldjump"/>
              </a:rPr>
              <a:t>Contributions 27</a:t>
            </a:r>
            <a:endParaRPr lang="en-US">
              <a:ea typeface="+mn-lt"/>
              <a:cs typeface="+mn-lt"/>
            </a:endParaRPr>
          </a:p>
          <a:p>
            <a:pPr>
              <a:spcBef>
                <a:spcPts val="0"/>
              </a:spcBef>
              <a:spcAft>
                <a:spcPts val="0"/>
              </a:spcAft>
            </a:pPr>
            <a:r>
              <a:rPr lang="en-US">
                <a:ea typeface="+mn-lt"/>
                <a:cs typeface="+mn-lt"/>
                <a:hlinkClick r:id="rId17" action="ppaction://hlinksldjump"/>
              </a:rPr>
              <a:t>Appendix 28</a:t>
            </a:r>
            <a:endParaRPr lang="en-US"/>
          </a:p>
        </p:txBody>
      </p:sp>
    </p:spTree>
    <p:extLst>
      <p:ext uri="{BB962C8B-B14F-4D97-AF65-F5344CB8AC3E}">
        <p14:creationId xmlns:p14="http://schemas.microsoft.com/office/powerpoint/2010/main" val="2743846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20291-4C60-C767-58F9-690567F156B1}"/>
              </a:ext>
            </a:extLst>
          </p:cNvPr>
          <p:cNvSpPr>
            <a:spLocks noGrp="1"/>
          </p:cNvSpPr>
          <p:nvPr>
            <p:ph type="title"/>
          </p:nvPr>
        </p:nvSpPr>
        <p:spPr>
          <a:xfrm>
            <a:off x="810000" y="447188"/>
            <a:ext cx="10571998" cy="970450"/>
          </a:xfrm>
        </p:spPr>
        <p:txBody>
          <a:bodyPr>
            <a:normAutofit/>
          </a:bodyPr>
          <a:lstStyle/>
          <a:p>
            <a:r>
              <a:rPr lang="en-US"/>
              <a:t>Project Overview</a:t>
            </a:r>
          </a:p>
        </p:txBody>
      </p:sp>
      <p:pic>
        <p:nvPicPr>
          <p:cNvPr id="4" name="Picture 4">
            <a:extLst>
              <a:ext uri="{FF2B5EF4-FFF2-40B4-BE49-F238E27FC236}">
                <a16:creationId xmlns:a16="http://schemas.microsoft.com/office/drawing/2014/main" id="{203896B8-18B8-B626-27E4-6C06B508D841}"/>
              </a:ext>
            </a:extLst>
          </p:cNvPr>
          <p:cNvPicPr>
            <a:picLocks noChangeAspect="1"/>
          </p:cNvPicPr>
          <p:nvPr/>
        </p:nvPicPr>
        <p:blipFill>
          <a:blip r:embed="rId2"/>
          <a:stretch>
            <a:fillRect/>
          </a:stretch>
        </p:blipFill>
        <p:spPr>
          <a:xfrm>
            <a:off x="960438" y="2822264"/>
            <a:ext cx="2913062" cy="2897810"/>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98BA29F4-EF4A-43B9-D203-CF3999AFFBA0}"/>
              </a:ext>
            </a:extLst>
          </p:cNvPr>
          <p:cNvSpPr>
            <a:spLocks noGrp="1"/>
          </p:cNvSpPr>
          <p:nvPr>
            <p:ph idx="1"/>
          </p:nvPr>
        </p:nvSpPr>
        <p:spPr>
          <a:xfrm>
            <a:off x="4330699" y="2413000"/>
            <a:ext cx="7052733" cy="3632200"/>
          </a:xfrm>
        </p:spPr>
        <p:txBody>
          <a:bodyPr>
            <a:normAutofit/>
          </a:bodyPr>
          <a:lstStyle/>
          <a:p>
            <a:pPr>
              <a:lnSpc>
                <a:spcPct val="90000"/>
              </a:lnSpc>
            </a:pPr>
            <a:r>
              <a:rPr lang="en-US">
                <a:ea typeface="+mn-lt"/>
                <a:cs typeface="+mn-lt"/>
              </a:rPr>
              <a:t>Rouyn-Noranda is a small town in Northern Quebec in the Abitibi-Témiscamingue region, with a population of over 42 000 people. </a:t>
            </a:r>
          </a:p>
          <a:p>
            <a:pPr>
              <a:lnSpc>
                <a:spcPct val="90000"/>
              </a:lnSpc>
            </a:pPr>
            <a:r>
              <a:rPr lang="en-US">
                <a:ea typeface="+mn-lt"/>
                <a:cs typeface="+mn-lt"/>
              </a:rPr>
              <a:t>It's also where our uncle lives!</a:t>
            </a:r>
            <a:endParaRPr lang="en-US"/>
          </a:p>
          <a:p>
            <a:pPr>
              <a:lnSpc>
                <a:spcPct val="90000"/>
              </a:lnSpc>
            </a:pPr>
            <a:r>
              <a:rPr lang="en-US">
                <a:ea typeface="+mn-lt"/>
                <a:cs typeface="+mn-lt"/>
              </a:rPr>
              <a:t>This project will look at the way information is organized for non-locals, who know less about the town, vs locals, who tend to know more. The audience the website targets is made unclear.</a:t>
            </a:r>
            <a:endParaRPr lang="en-US"/>
          </a:p>
          <a:p>
            <a:pPr>
              <a:lnSpc>
                <a:spcPct val="90000"/>
              </a:lnSpc>
            </a:pPr>
            <a:endParaRPr lang="en-US" sz="1500"/>
          </a:p>
        </p:txBody>
      </p:sp>
    </p:spTree>
    <p:extLst>
      <p:ext uri="{BB962C8B-B14F-4D97-AF65-F5344CB8AC3E}">
        <p14:creationId xmlns:p14="http://schemas.microsoft.com/office/powerpoint/2010/main" val="3594196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6560E-1E55-86B5-30C1-E63D7CBCA077}"/>
              </a:ext>
            </a:extLst>
          </p:cNvPr>
          <p:cNvSpPr>
            <a:spLocks noGrp="1"/>
          </p:cNvSpPr>
          <p:nvPr>
            <p:ph type="title"/>
          </p:nvPr>
        </p:nvSpPr>
        <p:spPr>
          <a:xfrm>
            <a:off x="810000" y="447188"/>
            <a:ext cx="10571998" cy="970450"/>
          </a:xfrm>
        </p:spPr>
        <p:txBody>
          <a:bodyPr>
            <a:normAutofit/>
          </a:bodyPr>
          <a:lstStyle/>
          <a:p>
            <a:r>
              <a:rPr lang="en-US"/>
              <a:t>Objectives</a:t>
            </a:r>
          </a:p>
        </p:txBody>
      </p:sp>
      <p:graphicFrame>
        <p:nvGraphicFramePr>
          <p:cNvPr id="12" name="Content Placeholder 2">
            <a:extLst>
              <a:ext uri="{FF2B5EF4-FFF2-40B4-BE49-F238E27FC236}">
                <a16:creationId xmlns:a16="http://schemas.microsoft.com/office/drawing/2014/main" id="{C6D8621B-2298-D02A-BE72-2208A2983A93}"/>
              </a:ext>
            </a:extLst>
          </p:cNvPr>
          <p:cNvGraphicFramePr>
            <a:graphicFrameLocks noGrp="1"/>
          </p:cNvGraphicFramePr>
          <p:nvPr>
            <p:ph idx="1"/>
            <p:extLst>
              <p:ext uri="{D42A27DB-BD31-4B8C-83A1-F6EECF244321}">
                <p14:modId xmlns:p14="http://schemas.microsoft.com/office/powerpoint/2010/main" val="3200145315"/>
              </p:ext>
            </p:extLst>
          </p:nvPr>
        </p:nvGraphicFramePr>
        <p:xfrm>
          <a:off x="819150" y="2548647"/>
          <a:ext cx="10553700" cy="3310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0345463"/>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3322B77-FA16-4D4E-BAA6-811C61DB3E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CA6EF34F-3BAD-4CD8-B05E-03BA773AE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1050631" y="1050634"/>
            <a:ext cx="6857997" cy="4756735"/>
          </a:xfrm>
          <a:custGeom>
            <a:avLst/>
            <a:gdLst>
              <a:gd name="connsiteX0" fmla="*/ 6857997 w 6857997"/>
              <a:gd name="connsiteY0" fmla="*/ 0 h 4756735"/>
              <a:gd name="connsiteX1" fmla="*/ 6857997 w 6857997"/>
              <a:gd name="connsiteY1" fmla="*/ 4458285 h 4756735"/>
              <a:gd name="connsiteX2" fmla="*/ 4861980 w 6857997"/>
              <a:gd name="connsiteY2" fmla="*/ 4458285 h 4756735"/>
              <a:gd name="connsiteX3" fmla="*/ 4480980 w 6857997"/>
              <a:gd name="connsiteY3" fmla="*/ 4744036 h 4756735"/>
              <a:gd name="connsiteX4" fmla="*/ 4472514 w 6857997"/>
              <a:gd name="connsiteY4" fmla="*/ 4747210 h 4756735"/>
              <a:gd name="connsiteX5" fmla="*/ 4459814 w 6857997"/>
              <a:gd name="connsiteY5" fmla="*/ 4751973 h 4756735"/>
              <a:gd name="connsiteX6" fmla="*/ 4447114 w 6857997"/>
              <a:gd name="connsiteY6" fmla="*/ 4756735 h 4756735"/>
              <a:gd name="connsiteX7" fmla="*/ 4436530 w 6857997"/>
              <a:gd name="connsiteY7" fmla="*/ 4756735 h 4756735"/>
              <a:gd name="connsiteX8" fmla="*/ 4423830 w 6857997"/>
              <a:gd name="connsiteY8" fmla="*/ 4756735 h 4756735"/>
              <a:gd name="connsiteX9" fmla="*/ 4413247 w 6857997"/>
              <a:gd name="connsiteY9" fmla="*/ 4751973 h 4756735"/>
              <a:gd name="connsiteX10" fmla="*/ 4400547 w 6857997"/>
              <a:gd name="connsiteY10" fmla="*/ 4747210 h 4756735"/>
              <a:gd name="connsiteX11" fmla="*/ 4392080 w 6857997"/>
              <a:gd name="connsiteY11" fmla="*/ 4744036 h 4756735"/>
              <a:gd name="connsiteX12" fmla="*/ 4011080 w 6857997"/>
              <a:gd name="connsiteY12" fmla="*/ 4458285 h 4756735"/>
              <a:gd name="connsiteX13" fmla="*/ 0 w 6857997"/>
              <a:gd name="connsiteY13" fmla="*/ 4458285 h 4756735"/>
              <a:gd name="connsiteX14" fmla="*/ 1 w 6857997"/>
              <a:gd name="connsiteY14" fmla="*/ 0 h 475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857997" h="4756735">
                <a:moveTo>
                  <a:pt x="6857997" y="0"/>
                </a:moveTo>
                <a:lnTo>
                  <a:pt x="6857997" y="4458285"/>
                </a:lnTo>
                <a:lnTo>
                  <a:pt x="4861980" y="4458285"/>
                </a:lnTo>
                <a:lnTo>
                  <a:pt x="4480980" y="4744036"/>
                </a:lnTo>
                <a:lnTo>
                  <a:pt x="4472514" y="4747210"/>
                </a:lnTo>
                <a:lnTo>
                  <a:pt x="4459814" y="4751973"/>
                </a:lnTo>
                <a:lnTo>
                  <a:pt x="4447114" y="4756735"/>
                </a:lnTo>
                <a:lnTo>
                  <a:pt x="4436530" y="4756735"/>
                </a:lnTo>
                <a:lnTo>
                  <a:pt x="4423830" y="4756735"/>
                </a:lnTo>
                <a:lnTo>
                  <a:pt x="4413247" y="4751973"/>
                </a:lnTo>
                <a:lnTo>
                  <a:pt x="4400547" y="4747210"/>
                </a:lnTo>
                <a:lnTo>
                  <a:pt x="4392080" y="4744036"/>
                </a:lnTo>
                <a:lnTo>
                  <a:pt x="4011080" y="4458285"/>
                </a:lnTo>
                <a:lnTo>
                  <a:pt x="0" y="4458285"/>
                </a:lnTo>
                <a:lnTo>
                  <a:pt x="1" y="0"/>
                </a:lnTo>
                <a:close/>
              </a:path>
            </a:pathLst>
          </a:custGeom>
          <a:solidFill>
            <a:schemeClr val="accent1"/>
          </a:solidFill>
          <a:ln>
            <a:headEnd/>
            <a:tailEnd/>
          </a:ln>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7453DBE-86FC-3D0A-3EFD-E9740CFAB869}"/>
              </a:ext>
            </a:extLst>
          </p:cNvPr>
          <p:cNvSpPr>
            <a:spLocks noGrp="1"/>
          </p:cNvSpPr>
          <p:nvPr>
            <p:ph type="title"/>
          </p:nvPr>
        </p:nvSpPr>
        <p:spPr>
          <a:xfrm>
            <a:off x="641754" y="1918252"/>
            <a:ext cx="3365439" cy="3997635"/>
          </a:xfrm>
        </p:spPr>
        <p:txBody>
          <a:bodyPr vert="horz" lIns="91440" tIns="45720" rIns="91440" bIns="45720" rtlCol="0" anchor="t">
            <a:normAutofit/>
          </a:bodyPr>
          <a:lstStyle/>
          <a:p>
            <a:r>
              <a:rPr lang="en-US" sz="4400"/>
              <a:t>Major Content Items</a:t>
            </a:r>
          </a:p>
        </p:txBody>
      </p:sp>
      <p:graphicFrame>
        <p:nvGraphicFramePr>
          <p:cNvPr id="18" name="Table 4">
            <a:extLst>
              <a:ext uri="{FF2B5EF4-FFF2-40B4-BE49-F238E27FC236}">
                <a16:creationId xmlns:a16="http://schemas.microsoft.com/office/drawing/2014/main" id="{7612DB74-1D57-28AD-3A29-E99047D8F63D}"/>
              </a:ext>
            </a:extLst>
          </p:cNvPr>
          <p:cNvGraphicFramePr>
            <a:graphicFrameLocks noGrp="1"/>
          </p:cNvGraphicFramePr>
          <p:nvPr>
            <p:ph idx="1"/>
            <p:extLst>
              <p:ext uri="{D42A27DB-BD31-4B8C-83A1-F6EECF244321}">
                <p14:modId xmlns:p14="http://schemas.microsoft.com/office/powerpoint/2010/main" val="1870203521"/>
              </p:ext>
            </p:extLst>
          </p:nvPr>
        </p:nvGraphicFramePr>
        <p:xfrm>
          <a:off x="5557520" y="1463040"/>
          <a:ext cx="5816599" cy="4335439"/>
        </p:xfrm>
        <a:graphic>
          <a:graphicData uri="http://schemas.openxmlformats.org/drawingml/2006/table">
            <a:tbl>
              <a:tblPr firstRow="1" bandRow="1">
                <a:tableStyleId>{BC89EF96-8CEA-46FF-86C4-4CE0E7609802}</a:tableStyleId>
              </a:tblPr>
              <a:tblGrid>
                <a:gridCol w="2180482">
                  <a:extLst>
                    <a:ext uri="{9D8B030D-6E8A-4147-A177-3AD203B41FA5}">
                      <a16:colId xmlns:a16="http://schemas.microsoft.com/office/drawing/2014/main" val="3333202023"/>
                    </a:ext>
                  </a:extLst>
                </a:gridCol>
                <a:gridCol w="3636117">
                  <a:extLst>
                    <a:ext uri="{9D8B030D-6E8A-4147-A177-3AD203B41FA5}">
                      <a16:colId xmlns:a16="http://schemas.microsoft.com/office/drawing/2014/main" val="2338285392"/>
                    </a:ext>
                  </a:extLst>
                </a:gridCol>
              </a:tblGrid>
              <a:tr h="563877">
                <a:tc>
                  <a:txBody>
                    <a:bodyPr/>
                    <a:lstStyle/>
                    <a:p>
                      <a:pPr marL="457200" lvl="1" indent="0" algn="l">
                        <a:lnSpc>
                          <a:spcPct val="100000"/>
                        </a:lnSpc>
                        <a:spcBef>
                          <a:spcPct val="20000"/>
                        </a:spcBef>
                        <a:spcAft>
                          <a:spcPts val="600"/>
                        </a:spcAft>
                        <a:buNone/>
                      </a:pPr>
                      <a:r>
                        <a:rPr lang="en-US" sz="1000" b="1" u="none" strike="noStrike" cap="none" spc="0" noProof="0"/>
                        <a:t>Community Life &amp; Leisure</a:t>
                      </a:r>
                      <a:endParaRPr lang="en-US" sz="1700"/>
                    </a:p>
                  </a:txBody>
                  <a:tcPr marL="56509" marR="56509" marT="28255" marB="56509"/>
                </a:tc>
                <a:tc>
                  <a:txBody>
                    <a:bodyPr/>
                    <a:lstStyle/>
                    <a:p>
                      <a:pPr lvl="0">
                        <a:buNone/>
                      </a:pPr>
                      <a:r>
                        <a:rPr lang="en-US" sz="1000" b="0" u="none" strike="noStrike" cap="none" spc="0" noProof="0"/>
                        <a:t>What is it like to live in this town as a student? What about a full-time worker with a family? There are also several events held in town at various points of the year to get more involved.</a:t>
                      </a:r>
                    </a:p>
                  </a:txBody>
                  <a:tcPr marL="56509" marR="56509" marT="28255" marB="56509"/>
                </a:tc>
                <a:extLst>
                  <a:ext uri="{0D108BD9-81ED-4DB2-BD59-A6C34878D82A}">
                    <a16:rowId xmlns:a16="http://schemas.microsoft.com/office/drawing/2014/main" val="1168599680"/>
                  </a:ext>
                </a:extLst>
              </a:tr>
              <a:tr h="519515">
                <a:tc>
                  <a:txBody>
                    <a:bodyPr/>
                    <a:lstStyle/>
                    <a:p>
                      <a:pPr marL="0" marR="0" lvl="0" indent="0" algn="ctr">
                        <a:lnSpc>
                          <a:spcPct val="100000"/>
                        </a:lnSpc>
                        <a:spcBef>
                          <a:spcPct val="20000"/>
                        </a:spcBef>
                        <a:spcAft>
                          <a:spcPts val="600"/>
                        </a:spcAft>
                        <a:buClr>
                          <a:srgbClr val="000000"/>
                        </a:buClr>
                        <a:buNone/>
                      </a:pPr>
                      <a:r>
                        <a:rPr lang="en-US" sz="1000" b="1" u="none" strike="noStrike" cap="none" spc="0" noProof="0"/>
                        <a:t>Services for Citizens</a:t>
                      </a:r>
                    </a:p>
                    <a:p>
                      <a:pPr marL="742950" marR="0" lvl="1" indent="-285750" algn="l">
                        <a:lnSpc>
                          <a:spcPct val="100000"/>
                        </a:lnSpc>
                        <a:spcBef>
                          <a:spcPct val="20000"/>
                        </a:spcBef>
                        <a:spcAft>
                          <a:spcPts val="600"/>
                        </a:spcAft>
                        <a:buClr>
                          <a:srgbClr val="000000"/>
                        </a:buClr>
                        <a:buFont typeface="Arial,Sans-Serif"/>
                        <a:buChar char="•"/>
                      </a:pPr>
                      <a:endParaRPr lang="en-US" sz="1000" u="none" strike="noStrike" cap="none" spc="0" noProof="0"/>
                    </a:p>
                  </a:txBody>
                  <a:tcPr marL="56510" marR="56510" marT="28255" marB="56510"/>
                </a:tc>
                <a:tc>
                  <a:txBody>
                    <a:bodyPr/>
                    <a:lstStyle/>
                    <a:p>
                      <a:pPr lvl="0">
                        <a:buNone/>
                      </a:pPr>
                      <a:r>
                        <a:rPr lang="en-US" sz="1000" u="none" strike="noStrike" cap="none" spc="0" noProof="0"/>
                        <a:t>Here are programs citizens can have access to in case of emergencies or some municipal work is needed.</a:t>
                      </a:r>
                      <a:endParaRPr lang="en-US" sz="1000" cap="none" spc="0"/>
                    </a:p>
                  </a:txBody>
                  <a:tcPr marL="56510" marR="56510" marT="28255" marB="56510"/>
                </a:tc>
                <a:extLst>
                  <a:ext uri="{0D108BD9-81ED-4DB2-BD59-A6C34878D82A}">
                    <a16:rowId xmlns:a16="http://schemas.microsoft.com/office/drawing/2014/main" val="441473080"/>
                  </a:ext>
                </a:extLst>
              </a:tr>
              <a:tr h="859626">
                <a:tc>
                  <a:txBody>
                    <a:bodyPr/>
                    <a:lstStyle/>
                    <a:p>
                      <a:pPr marL="0" marR="0" lvl="0" indent="0" algn="l">
                        <a:lnSpc>
                          <a:spcPct val="100000"/>
                        </a:lnSpc>
                        <a:spcBef>
                          <a:spcPct val="20000"/>
                        </a:spcBef>
                        <a:spcAft>
                          <a:spcPts val="600"/>
                        </a:spcAft>
                        <a:buClr>
                          <a:srgbClr val="000000"/>
                        </a:buClr>
                        <a:buNone/>
                      </a:pPr>
                      <a:r>
                        <a:rPr lang="en-US" sz="1000" b="1" u="none" strike="noStrike" cap="none" spc="0" noProof="0"/>
                        <a:t>            Business &amp; Economy</a:t>
                      </a:r>
                    </a:p>
                  </a:txBody>
                  <a:tcPr marL="56510" marR="56510" marT="28255" marB="56510"/>
                </a:tc>
                <a:tc>
                  <a:txBody>
                    <a:bodyPr/>
                    <a:lstStyle/>
                    <a:p>
                      <a:pPr lvl="0">
                        <a:buNone/>
                      </a:pPr>
                      <a:r>
                        <a:rPr lang="en-US" sz="1000" u="none" strike="noStrike" cap="none" spc="0" noProof="0"/>
                        <a:t>Mining and metallurgy are the driving economic industries of the area, but many smaller businesses can thrive too. Here are the resources and information needed for such ventures. There are resources for contractors who want to work with local businesses too. </a:t>
                      </a:r>
                      <a:endParaRPr lang="en-US" sz="1000" cap="none" spc="0"/>
                    </a:p>
                  </a:txBody>
                  <a:tcPr marL="56510" marR="56510" marT="28255" marB="56510"/>
                </a:tc>
                <a:extLst>
                  <a:ext uri="{0D108BD9-81ED-4DB2-BD59-A6C34878D82A}">
                    <a16:rowId xmlns:a16="http://schemas.microsoft.com/office/drawing/2014/main" val="1305487404"/>
                  </a:ext>
                </a:extLst>
              </a:tr>
              <a:tr h="711752">
                <a:tc>
                  <a:txBody>
                    <a:bodyPr/>
                    <a:lstStyle/>
                    <a:p>
                      <a:pPr marL="0" marR="0" lvl="0" indent="0" algn="l">
                        <a:lnSpc>
                          <a:spcPct val="100000"/>
                        </a:lnSpc>
                        <a:spcBef>
                          <a:spcPct val="20000"/>
                        </a:spcBef>
                        <a:spcAft>
                          <a:spcPts val="600"/>
                        </a:spcAft>
                        <a:buClr>
                          <a:srgbClr val="000000"/>
                        </a:buClr>
                        <a:buNone/>
                      </a:pPr>
                      <a:r>
                        <a:rPr lang="en-US" sz="1000" b="1" u="none" strike="noStrike" cap="none" spc="0" noProof="0"/>
                        <a:t>           Environment</a:t>
                      </a:r>
                    </a:p>
                  </a:txBody>
                  <a:tcPr marL="56510" marR="56510" marT="28255" marB="56510"/>
                </a:tc>
                <a:tc>
                  <a:txBody>
                    <a:bodyPr/>
                    <a:lstStyle/>
                    <a:p>
                      <a:pPr lvl="0">
                        <a:buNone/>
                      </a:pPr>
                      <a:r>
                        <a:rPr lang="en-US" sz="1000" u="none" strike="noStrike" cap="none" spc="0" noProof="0"/>
                        <a:t>This category contains programs and services related to the environment of the town, from how it deals with natural resources to how to incorporate more eco-friendly ways people can circulate across Rouyn-Noranda.</a:t>
                      </a:r>
                      <a:endParaRPr lang="en-US" sz="1000" cap="none" spc="0"/>
                    </a:p>
                  </a:txBody>
                  <a:tcPr marL="56510" marR="56510" marT="28255" marB="56510"/>
                </a:tc>
                <a:extLst>
                  <a:ext uri="{0D108BD9-81ED-4DB2-BD59-A6C34878D82A}">
                    <a16:rowId xmlns:a16="http://schemas.microsoft.com/office/drawing/2014/main" val="3736433603"/>
                  </a:ext>
                </a:extLst>
              </a:tr>
              <a:tr h="711752">
                <a:tc>
                  <a:txBody>
                    <a:bodyPr/>
                    <a:lstStyle/>
                    <a:p>
                      <a:pPr marL="0" marR="0" lvl="0" indent="0" algn="l">
                        <a:lnSpc>
                          <a:spcPct val="100000"/>
                        </a:lnSpc>
                        <a:spcBef>
                          <a:spcPct val="20000"/>
                        </a:spcBef>
                        <a:spcAft>
                          <a:spcPts val="600"/>
                        </a:spcAft>
                        <a:buClr>
                          <a:srgbClr val="000000"/>
                        </a:buClr>
                        <a:buNone/>
                      </a:pPr>
                      <a:r>
                        <a:rPr lang="en-US" sz="1000" b="1" u="none" strike="noStrike" cap="none" spc="0" noProof="0"/>
                        <a:t>          Transportation</a:t>
                      </a:r>
                    </a:p>
                    <a:p>
                      <a:pPr lvl="0">
                        <a:buNone/>
                      </a:pPr>
                      <a:endParaRPr lang="en-US" sz="1000" cap="none" spc="0"/>
                    </a:p>
                  </a:txBody>
                  <a:tcPr marL="56510" marR="56510" marT="28255" marB="56510"/>
                </a:tc>
                <a:tc>
                  <a:txBody>
                    <a:bodyPr/>
                    <a:lstStyle/>
                    <a:p>
                      <a:pPr lvl="0">
                        <a:buNone/>
                      </a:pPr>
                      <a:r>
                        <a:rPr lang="en-US" sz="1000" u="none" strike="noStrike" cap="none" spc="0" noProof="0"/>
                        <a:t>Different methods of getting to the area via provincial highways, local highways or the Rouyn airport. The Rouyn airport is also useful for commercial travel. Information on public transport is also listed. </a:t>
                      </a:r>
                      <a:endParaRPr lang="en-US" sz="1000" cap="none" spc="0"/>
                    </a:p>
                  </a:txBody>
                  <a:tcPr marL="56510" marR="56510" marT="28255" marB="56510"/>
                </a:tc>
                <a:extLst>
                  <a:ext uri="{0D108BD9-81ED-4DB2-BD59-A6C34878D82A}">
                    <a16:rowId xmlns:a16="http://schemas.microsoft.com/office/drawing/2014/main" val="2151541603"/>
                  </a:ext>
                </a:extLst>
              </a:tr>
              <a:tr h="563878">
                <a:tc>
                  <a:txBody>
                    <a:bodyPr/>
                    <a:lstStyle/>
                    <a:p>
                      <a:pPr marL="0" marR="0" lvl="0" indent="0" algn="l">
                        <a:lnSpc>
                          <a:spcPct val="100000"/>
                        </a:lnSpc>
                        <a:spcBef>
                          <a:spcPct val="20000"/>
                        </a:spcBef>
                        <a:spcAft>
                          <a:spcPts val="600"/>
                        </a:spcAft>
                        <a:buClr>
                          <a:srgbClr val="000000"/>
                        </a:buClr>
                        <a:buNone/>
                      </a:pPr>
                      <a:r>
                        <a:rPr lang="en-US" sz="1000" b="1" u="none" strike="noStrike" cap="none" spc="0" noProof="0"/>
                        <a:t>         Local Government</a:t>
                      </a:r>
                    </a:p>
                  </a:txBody>
                  <a:tcPr marL="56510" marR="56510" marT="28255" marB="56510"/>
                </a:tc>
                <a:tc>
                  <a:txBody>
                    <a:bodyPr/>
                    <a:lstStyle/>
                    <a:p>
                      <a:pPr lvl="0">
                        <a:buNone/>
                      </a:pPr>
                      <a:r>
                        <a:rPr lang="en-US" sz="1000" u="none" strike="noStrike" cap="none" spc="0" noProof="0"/>
                        <a:t>This category contains more administrative services and programs citizens can engage or work with from city news to city hall matters.</a:t>
                      </a:r>
                      <a:endParaRPr lang="en-US" sz="1000" cap="none" spc="0"/>
                    </a:p>
                  </a:txBody>
                  <a:tcPr marL="56510" marR="56510" marT="28255" marB="56510"/>
                </a:tc>
                <a:extLst>
                  <a:ext uri="{0D108BD9-81ED-4DB2-BD59-A6C34878D82A}">
                    <a16:rowId xmlns:a16="http://schemas.microsoft.com/office/drawing/2014/main" val="4220097124"/>
                  </a:ext>
                </a:extLst>
              </a:tr>
            </a:tbl>
          </a:graphicData>
        </a:graphic>
      </p:graphicFrame>
    </p:spTree>
    <p:extLst>
      <p:ext uri="{BB962C8B-B14F-4D97-AF65-F5344CB8AC3E}">
        <p14:creationId xmlns:p14="http://schemas.microsoft.com/office/powerpoint/2010/main" val="528263293"/>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2" name="Rectangle 11">
            <a:extLst>
              <a:ext uri="{FF2B5EF4-FFF2-40B4-BE49-F238E27FC236}">
                <a16:creationId xmlns:a16="http://schemas.microsoft.com/office/drawing/2014/main" id="{A5BA3AE5-0FB8-4948-A421-5CEE1A5E8A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9">
            <a:extLst>
              <a:ext uri="{FF2B5EF4-FFF2-40B4-BE49-F238E27FC236}">
                <a16:creationId xmlns:a16="http://schemas.microsoft.com/office/drawing/2014/main" id="{615FFFBF-F0D2-4BB8-BB9E-3ADC47E3B6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AF0CD4-8630-585E-8D61-19FDDC1894E7}"/>
              </a:ext>
            </a:extLst>
          </p:cNvPr>
          <p:cNvSpPr>
            <a:spLocks noGrp="1"/>
          </p:cNvSpPr>
          <p:nvPr>
            <p:ph type="title"/>
          </p:nvPr>
        </p:nvSpPr>
        <p:spPr>
          <a:xfrm>
            <a:off x="810000" y="447188"/>
            <a:ext cx="5039035" cy="1559412"/>
          </a:xfrm>
        </p:spPr>
        <p:txBody>
          <a:bodyPr vert="horz" lIns="91440" tIns="45720" rIns="91440" bIns="45720" rtlCol="0" anchor="b">
            <a:normAutofit/>
          </a:bodyPr>
          <a:lstStyle/>
          <a:p>
            <a:r>
              <a:rPr lang="en-US"/>
              <a:t>Scenarios</a:t>
            </a:r>
          </a:p>
        </p:txBody>
      </p:sp>
      <p:sp>
        <p:nvSpPr>
          <p:cNvPr id="3" name="Content Placeholder 2">
            <a:extLst>
              <a:ext uri="{FF2B5EF4-FFF2-40B4-BE49-F238E27FC236}">
                <a16:creationId xmlns:a16="http://schemas.microsoft.com/office/drawing/2014/main" id="{E1A61420-660F-F02A-E06E-839D6BBBFD92}"/>
              </a:ext>
            </a:extLst>
          </p:cNvPr>
          <p:cNvSpPr>
            <a:spLocks noGrp="1"/>
          </p:cNvSpPr>
          <p:nvPr>
            <p:ph sz="half" idx="1"/>
          </p:nvPr>
        </p:nvSpPr>
        <p:spPr>
          <a:xfrm>
            <a:off x="818712" y="2413000"/>
            <a:ext cx="5016259" cy="3632200"/>
          </a:xfrm>
        </p:spPr>
        <p:txBody>
          <a:bodyPr vert="horz" lIns="91440" tIns="45720" rIns="91440" bIns="45720" rtlCol="0" anchor="ctr">
            <a:normAutofit/>
          </a:bodyPr>
          <a:lstStyle/>
          <a:p>
            <a:r>
              <a:rPr lang="en-US">
                <a:solidFill>
                  <a:srgbClr val="FFFFFF"/>
                </a:solidFill>
                <a:ea typeface="+mn-lt"/>
                <a:cs typeface="+mn-lt"/>
              </a:rPr>
              <a:t>What would a nonlocal do on the site?</a:t>
            </a:r>
            <a:endParaRPr lang="en-US">
              <a:ea typeface="+mn-lt"/>
              <a:cs typeface="+mn-lt"/>
            </a:endParaRPr>
          </a:p>
          <a:p>
            <a:r>
              <a:rPr lang="en-US">
                <a:solidFill>
                  <a:srgbClr val="FFFFFF"/>
                </a:solidFill>
              </a:rPr>
              <a:t>Why would nonlocal visit the site?</a:t>
            </a:r>
          </a:p>
          <a:p>
            <a:pPr lvl="1"/>
            <a:r>
              <a:rPr lang="en-US">
                <a:solidFill>
                  <a:srgbClr val="FFFFFF"/>
                </a:solidFill>
              </a:rPr>
              <a:t>You found a town to have a new start in, not a huge metropolis, but not a tiny village with no economic prospects.</a:t>
            </a:r>
            <a:endParaRPr lang="en-US"/>
          </a:p>
          <a:p>
            <a:pPr lvl="1"/>
            <a:r>
              <a:rPr lang="en-US">
                <a:solidFill>
                  <a:srgbClr val="FFFFFF"/>
                </a:solidFill>
              </a:rPr>
              <a:t>You are visiting rural Canada for the first time as a tourist.</a:t>
            </a:r>
          </a:p>
          <a:p>
            <a:pPr lvl="1"/>
            <a:r>
              <a:rPr lang="en-US">
                <a:solidFill>
                  <a:srgbClr val="FFFFFF"/>
                </a:solidFill>
              </a:rPr>
              <a:t>You are looking for work in Rouyn-Noranda, a promising small town.</a:t>
            </a:r>
          </a:p>
        </p:txBody>
      </p:sp>
      <p:sp>
        <p:nvSpPr>
          <p:cNvPr id="16" name="Rounded Rectangle 17">
            <a:extLst>
              <a:ext uri="{FF2B5EF4-FFF2-40B4-BE49-F238E27FC236}">
                <a16:creationId xmlns:a16="http://schemas.microsoft.com/office/drawing/2014/main" id="{FD056B7E-FBD7-4858-966D-9C4DEDA7EF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bg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5" descr="Maple Leaf with solid fill">
            <a:extLst>
              <a:ext uri="{FF2B5EF4-FFF2-40B4-BE49-F238E27FC236}">
                <a16:creationId xmlns:a16="http://schemas.microsoft.com/office/drawing/2014/main" id="{3A2C240D-5723-145C-8167-F00A06E2FF51}"/>
              </a:ext>
            </a:extLst>
          </p:cNvPr>
          <p:cNvPicPr>
            <a:picLocks noGrp="1" noChangeAspect="1"/>
          </p:cNvPicPr>
          <p:nvPr>
            <p:ph sz="half" idx="2"/>
          </p:nvPr>
        </p:nvPicPr>
        <p:blipFill>
          <a:blip r:embed="rId2">
            <a:extLst>
              <a:ext uri="{96DAC541-7B7A-43D3-8B79-37D633B846F1}">
                <asvg:svgBlip xmlns:asvg="http://schemas.microsoft.com/office/drawing/2016/SVG/main" r:embed="rId3"/>
              </a:ext>
            </a:extLst>
          </a:blip>
          <a:stretch>
            <a:fillRect/>
          </a:stretch>
        </p:blipFill>
        <p:spPr>
          <a:xfrm>
            <a:off x="7410517" y="1507610"/>
            <a:ext cx="3832042" cy="3832042"/>
          </a:xfrm>
          <a:prstGeom prst="rect">
            <a:avLst/>
          </a:prstGeom>
        </p:spPr>
      </p:pic>
    </p:spTree>
    <p:extLst>
      <p:ext uri="{BB962C8B-B14F-4D97-AF65-F5344CB8AC3E}">
        <p14:creationId xmlns:p14="http://schemas.microsoft.com/office/powerpoint/2010/main" val="851100071"/>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pic>
        <p:nvPicPr>
          <p:cNvPr id="8" name="Picture 8">
            <a:extLst>
              <a:ext uri="{FF2B5EF4-FFF2-40B4-BE49-F238E27FC236}">
                <a16:creationId xmlns:a16="http://schemas.microsoft.com/office/drawing/2014/main" id="{74450FED-294A-F6DD-8273-47C468E0EB3D}"/>
              </a:ext>
            </a:extLst>
          </p:cNvPr>
          <p:cNvPicPr>
            <a:picLocks noGrp="1" noChangeAspect="1"/>
          </p:cNvPicPr>
          <p:nvPr>
            <p:ph sz="half" idx="1"/>
          </p:nvPr>
        </p:nvPicPr>
        <p:blipFill rotWithShape="1">
          <a:blip r:embed="rId2">
            <a:duotone>
              <a:schemeClr val="accent1">
                <a:shade val="45000"/>
                <a:satMod val="135000"/>
              </a:schemeClr>
              <a:prstClr val="white"/>
            </a:duotone>
          </a:blip>
          <a:srcRect r="2" b="24888"/>
          <a:stretch/>
        </p:blipFill>
        <p:spPr>
          <a:xfrm>
            <a:off x="6108700" y="-1"/>
            <a:ext cx="6094450" cy="6858001"/>
          </a:xfrm>
          <a:prstGeom prst="rect">
            <a:avLst/>
          </a:prstGeom>
        </p:spPr>
      </p:pic>
      <p:sp>
        <p:nvSpPr>
          <p:cNvPr id="15"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D50E0-03E0-F32E-C0CA-7D1CDB2AA49D}"/>
              </a:ext>
            </a:extLst>
          </p:cNvPr>
          <p:cNvSpPr>
            <a:spLocks noGrp="1"/>
          </p:cNvSpPr>
          <p:nvPr>
            <p:ph type="title"/>
          </p:nvPr>
        </p:nvSpPr>
        <p:spPr>
          <a:xfrm>
            <a:off x="810000" y="447188"/>
            <a:ext cx="5070100" cy="1559412"/>
          </a:xfrm>
        </p:spPr>
        <p:txBody>
          <a:bodyPr vert="horz" lIns="91440" tIns="45720" rIns="91440" bIns="45720" rtlCol="0" anchor="b">
            <a:normAutofit/>
          </a:bodyPr>
          <a:lstStyle/>
          <a:p>
            <a:r>
              <a:rPr lang="en-US"/>
              <a:t>Persona 1</a:t>
            </a:r>
          </a:p>
        </p:txBody>
      </p:sp>
      <p:sp>
        <p:nvSpPr>
          <p:cNvPr id="4" name="Content Placeholder 3">
            <a:extLst>
              <a:ext uri="{FF2B5EF4-FFF2-40B4-BE49-F238E27FC236}">
                <a16:creationId xmlns:a16="http://schemas.microsoft.com/office/drawing/2014/main" id="{49C00274-62DC-A75E-2C71-C615DEF75215}"/>
              </a:ext>
            </a:extLst>
          </p:cNvPr>
          <p:cNvSpPr>
            <a:spLocks noGrp="1"/>
          </p:cNvSpPr>
          <p:nvPr>
            <p:ph sz="half" idx="2"/>
          </p:nvPr>
        </p:nvSpPr>
        <p:spPr>
          <a:xfrm>
            <a:off x="818712" y="2413000"/>
            <a:ext cx="5055923" cy="3632200"/>
          </a:xfrm>
        </p:spPr>
        <p:txBody>
          <a:bodyPr vert="horz" lIns="91440" tIns="45720" rIns="91440" bIns="45720" rtlCol="0" anchor="ctr">
            <a:normAutofit fontScale="92500" lnSpcReduction="20000"/>
          </a:bodyPr>
          <a:lstStyle/>
          <a:p>
            <a:r>
              <a:rPr lang="en-US"/>
              <a:t>Ron just graduated from university but is having trouble finding work with the constant competition in bigger cities.</a:t>
            </a:r>
          </a:p>
          <a:p>
            <a:r>
              <a:rPr lang="en-US"/>
              <a:t>He loves the outdoors and goes hiking any time he could get back in college. Now that he's done with school, he wants to move to a smaller town to get away from the overwhelming chaos of metropolitan life.</a:t>
            </a:r>
          </a:p>
          <a:p>
            <a:r>
              <a:rPr lang="en-US"/>
              <a:t>A town life Rouyn-Noranda provides all those needs while still having a good enough economic growth to ensure financial stability for Ron.</a:t>
            </a:r>
            <a:br>
              <a:rPr lang="en-US"/>
            </a:br>
            <a:endParaRPr lang="en-US"/>
          </a:p>
          <a:p>
            <a:endParaRPr lang="en-US"/>
          </a:p>
        </p:txBody>
      </p:sp>
    </p:spTree>
    <p:extLst>
      <p:ext uri="{BB962C8B-B14F-4D97-AF65-F5344CB8AC3E}">
        <p14:creationId xmlns:p14="http://schemas.microsoft.com/office/powerpoint/2010/main" val="1780718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DA9A1ACB-4ECA-4EAE-AEAB-CE9C8C01E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pic>
        <p:nvPicPr>
          <p:cNvPr id="5" name="Picture 5">
            <a:extLst>
              <a:ext uri="{FF2B5EF4-FFF2-40B4-BE49-F238E27FC236}">
                <a16:creationId xmlns:a16="http://schemas.microsoft.com/office/drawing/2014/main" id="{8D24E68D-47BF-C7EB-E912-592DF0B7C710}"/>
              </a:ext>
            </a:extLst>
          </p:cNvPr>
          <p:cNvPicPr>
            <a:picLocks noGrp="1" noChangeAspect="1"/>
          </p:cNvPicPr>
          <p:nvPr>
            <p:ph sz="half" idx="1"/>
          </p:nvPr>
        </p:nvPicPr>
        <p:blipFill rotWithShape="1">
          <a:blip r:embed="rId2">
            <a:duotone>
              <a:schemeClr val="accent1">
                <a:shade val="45000"/>
                <a:satMod val="135000"/>
              </a:schemeClr>
              <a:prstClr val="white"/>
            </a:duotone>
          </a:blip>
          <a:srcRect r="-1" b="9976"/>
          <a:stretch/>
        </p:blipFill>
        <p:spPr>
          <a:xfrm>
            <a:off x="6108700" y="-1"/>
            <a:ext cx="6094450" cy="6858001"/>
          </a:xfrm>
          <a:prstGeom prst="rect">
            <a:avLst/>
          </a:prstGeom>
        </p:spPr>
      </p:pic>
      <p:sp>
        <p:nvSpPr>
          <p:cNvPr id="12" name="Freeform 16">
            <a:extLst>
              <a:ext uri="{FF2B5EF4-FFF2-40B4-BE49-F238E27FC236}">
                <a16:creationId xmlns:a16="http://schemas.microsoft.com/office/drawing/2014/main" id="{3994EE40-F54F-48E5-826B-B451582096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52921A-1E7C-AE82-9F93-449F4B07B896}"/>
              </a:ext>
            </a:extLst>
          </p:cNvPr>
          <p:cNvSpPr>
            <a:spLocks noGrp="1"/>
          </p:cNvSpPr>
          <p:nvPr>
            <p:ph type="title"/>
          </p:nvPr>
        </p:nvSpPr>
        <p:spPr>
          <a:xfrm>
            <a:off x="810000" y="447188"/>
            <a:ext cx="5070100" cy="1559412"/>
          </a:xfrm>
        </p:spPr>
        <p:txBody>
          <a:bodyPr vert="horz" lIns="91440" tIns="45720" rIns="91440" bIns="45720" rtlCol="0" anchor="b">
            <a:normAutofit/>
          </a:bodyPr>
          <a:lstStyle/>
          <a:p>
            <a:r>
              <a:rPr lang="en-US"/>
              <a:t>Persona 2</a:t>
            </a:r>
          </a:p>
        </p:txBody>
      </p:sp>
      <p:sp>
        <p:nvSpPr>
          <p:cNvPr id="4" name="Content Placeholder 3">
            <a:extLst>
              <a:ext uri="{FF2B5EF4-FFF2-40B4-BE49-F238E27FC236}">
                <a16:creationId xmlns:a16="http://schemas.microsoft.com/office/drawing/2014/main" id="{1A78CA35-307C-F8C6-95EA-4A506CF27646}"/>
              </a:ext>
            </a:extLst>
          </p:cNvPr>
          <p:cNvSpPr>
            <a:spLocks noGrp="1"/>
          </p:cNvSpPr>
          <p:nvPr>
            <p:ph sz="half" idx="2"/>
          </p:nvPr>
        </p:nvSpPr>
        <p:spPr>
          <a:xfrm>
            <a:off x="818712" y="2413000"/>
            <a:ext cx="5055923" cy="3632200"/>
          </a:xfrm>
        </p:spPr>
        <p:txBody>
          <a:bodyPr vert="horz" lIns="91440" tIns="45720" rIns="91440" bIns="45720" rtlCol="0" anchor="ctr">
            <a:normAutofit/>
          </a:bodyPr>
          <a:lstStyle/>
          <a:p>
            <a:r>
              <a:rPr lang="en-US"/>
              <a:t>Janine wants an affordable vacation that will provide her with opportunities for outdoor activity and have enough historical background to satisfy some museum-going needs.</a:t>
            </a:r>
          </a:p>
          <a:p>
            <a:r>
              <a:rPr lang="en-US"/>
              <a:t>She's never visited rural Canada before (only the bigger cities) and Rouyn-Noranda's local events seemed like a fun way to get to know a quaint town full of history without breaking the bank too much.</a:t>
            </a:r>
            <a:br>
              <a:rPr lang="en-US"/>
            </a:br>
            <a:endParaRPr lang="en-US"/>
          </a:p>
          <a:p>
            <a:endParaRPr lang="en-US"/>
          </a:p>
        </p:txBody>
      </p:sp>
    </p:spTree>
    <p:extLst>
      <p:ext uri="{BB962C8B-B14F-4D97-AF65-F5344CB8AC3E}">
        <p14:creationId xmlns:p14="http://schemas.microsoft.com/office/powerpoint/2010/main" val="3143815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AE9A9-C232-8319-7DFA-26D83BAF3638}"/>
              </a:ext>
            </a:extLst>
          </p:cNvPr>
          <p:cNvSpPr>
            <a:spLocks noGrp="1"/>
          </p:cNvSpPr>
          <p:nvPr>
            <p:ph type="title"/>
          </p:nvPr>
        </p:nvSpPr>
        <p:spPr>
          <a:xfrm>
            <a:off x="819769" y="5002934"/>
            <a:ext cx="10561418" cy="1468800"/>
          </a:xfrm>
        </p:spPr>
        <p:txBody>
          <a:bodyPr/>
          <a:lstStyle/>
          <a:p>
            <a:r>
              <a:rPr lang="en-US">
                <a:ea typeface="+mj-lt"/>
                <a:cs typeface="+mj-lt"/>
              </a:rPr>
              <a:t>Testing Process</a:t>
            </a:r>
            <a:endParaRPr lang="en-US"/>
          </a:p>
        </p:txBody>
      </p:sp>
      <p:graphicFrame>
        <p:nvGraphicFramePr>
          <p:cNvPr id="4" name="Diagram 5">
            <a:extLst>
              <a:ext uri="{FF2B5EF4-FFF2-40B4-BE49-F238E27FC236}">
                <a16:creationId xmlns:a16="http://schemas.microsoft.com/office/drawing/2014/main" id="{0CB8DF7A-5600-9761-9440-8CC906B01753}"/>
              </a:ext>
            </a:extLst>
          </p:cNvPr>
          <p:cNvGraphicFramePr/>
          <p:nvPr>
            <p:extLst>
              <p:ext uri="{D42A27DB-BD31-4B8C-83A1-F6EECF244321}">
                <p14:modId xmlns:p14="http://schemas.microsoft.com/office/powerpoint/2010/main" val="1908875240"/>
              </p:ext>
            </p:extLst>
          </p:nvPr>
        </p:nvGraphicFramePr>
        <p:xfrm>
          <a:off x="3311770" y="164123"/>
          <a:ext cx="5949461" cy="44684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85975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BDF33-AFA4-83AB-CB6F-F3AA90A45252}"/>
              </a:ext>
            </a:extLst>
          </p:cNvPr>
          <p:cNvSpPr>
            <a:spLocks noGrp="1"/>
          </p:cNvSpPr>
          <p:nvPr>
            <p:ph type="title"/>
          </p:nvPr>
        </p:nvSpPr>
        <p:spPr/>
        <p:txBody>
          <a:bodyPr/>
          <a:lstStyle/>
          <a:p>
            <a:r>
              <a:rPr lang="en-US" sz="2800"/>
              <a:t>Content Inventory</a:t>
            </a:r>
          </a:p>
        </p:txBody>
      </p:sp>
      <p:sp>
        <p:nvSpPr>
          <p:cNvPr id="4" name="Content Placeholder 3">
            <a:extLst>
              <a:ext uri="{FF2B5EF4-FFF2-40B4-BE49-F238E27FC236}">
                <a16:creationId xmlns:a16="http://schemas.microsoft.com/office/drawing/2014/main" id="{EC547923-10AE-79DD-2B12-87B3F3D82297}"/>
              </a:ext>
            </a:extLst>
          </p:cNvPr>
          <p:cNvSpPr>
            <a:spLocks noGrp="1"/>
          </p:cNvSpPr>
          <p:nvPr>
            <p:ph idx="1"/>
          </p:nvPr>
        </p:nvSpPr>
        <p:spPr>
          <a:xfrm>
            <a:off x="4855633" y="446088"/>
            <a:ext cx="6252633" cy="2982425"/>
          </a:xfrm>
        </p:spPr>
        <p:txBody>
          <a:bodyPr/>
          <a:lstStyle/>
          <a:p>
            <a:pPr marL="0" indent="0">
              <a:buNone/>
            </a:pPr>
            <a:r>
              <a:rPr lang="en-US" sz="2000" b="1">
                <a:ea typeface="+mn-lt"/>
                <a:cs typeface="+mn-lt"/>
              </a:rPr>
              <a:t>Process</a:t>
            </a:r>
          </a:p>
          <a:p>
            <a:pPr marL="0" indent="0">
              <a:buNone/>
            </a:pPr>
            <a:r>
              <a:rPr lang="en-US">
                <a:ea typeface="+mn-lt"/>
                <a:cs typeface="+mn-lt"/>
              </a:rPr>
              <a:t>Our group proceeded to lay out the website's information architecture into a content inventory, using each component of the main navigation, there was a total of </a:t>
            </a:r>
            <a:r>
              <a:rPr lang="en-US" b="1" u="sng">
                <a:ea typeface="+mn-lt"/>
                <a:cs typeface="+mn-lt"/>
              </a:rPr>
              <a:t>113</a:t>
            </a:r>
            <a:r>
              <a:rPr lang="en-US" b="1">
                <a:ea typeface="+mn-lt"/>
                <a:cs typeface="+mn-lt"/>
              </a:rPr>
              <a:t> </a:t>
            </a:r>
            <a:r>
              <a:rPr lang="en-US">
                <a:ea typeface="+mn-lt"/>
                <a:cs typeface="+mn-lt"/>
              </a:rPr>
              <a:t>content items.  </a:t>
            </a:r>
            <a:endParaRPr lang="en-US"/>
          </a:p>
        </p:txBody>
      </p:sp>
      <p:sp>
        <p:nvSpPr>
          <p:cNvPr id="3" name="Text Placeholder 2">
            <a:extLst>
              <a:ext uri="{FF2B5EF4-FFF2-40B4-BE49-F238E27FC236}">
                <a16:creationId xmlns:a16="http://schemas.microsoft.com/office/drawing/2014/main" id="{9E85399F-FABA-3BEC-C891-B42DD6CFA4E8}"/>
              </a:ext>
            </a:extLst>
          </p:cNvPr>
          <p:cNvSpPr>
            <a:spLocks noGrp="1"/>
          </p:cNvSpPr>
          <p:nvPr>
            <p:ph type="body" sz="half" idx="2"/>
          </p:nvPr>
        </p:nvSpPr>
        <p:spPr>
          <a:xfrm>
            <a:off x="1073151" y="2260738"/>
            <a:ext cx="3547533" cy="3903157"/>
          </a:xfrm>
        </p:spPr>
        <p:txBody>
          <a:bodyPr>
            <a:normAutofit/>
          </a:bodyPr>
          <a:lstStyle/>
          <a:p>
            <a:r>
              <a:rPr lang="en-US" sz="2000" b="1">
                <a:ea typeface="+mn-lt"/>
                <a:cs typeface="+mn-lt"/>
              </a:rPr>
              <a:t>Purpose</a:t>
            </a:r>
          </a:p>
          <a:p>
            <a:r>
              <a:rPr lang="en-US" sz="1800">
                <a:ea typeface="+mn-lt"/>
                <a:cs typeface="+mn-lt"/>
              </a:rPr>
              <a:t>The inventory would help the group understand the main components of the website and evaluate a more efficient organizational scheme for the user. </a:t>
            </a:r>
            <a:endParaRPr lang="en-US">
              <a:ea typeface="+mn-lt"/>
              <a:cs typeface="+mn-lt"/>
            </a:endParaRPr>
          </a:p>
        </p:txBody>
      </p:sp>
      <p:sp>
        <p:nvSpPr>
          <p:cNvPr id="6" name="Content Placeholder 3">
            <a:extLst>
              <a:ext uri="{FF2B5EF4-FFF2-40B4-BE49-F238E27FC236}">
                <a16:creationId xmlns:a16="http://schemas.microsoft.com/office/drawing/2014/main" id="{A0797063-85FA-BCFE-B658-C99EB0068C8B}"/>
              </a:ext>
            </a:extLst>
          </p:cNvPr>
          <p:cNvSpPr txBox="1">
            <a:spLocks/>
          </p:cNvSpPr>
          <p:nvPr/>
        </p:nvSpPr>
        <p:spPr>
          <a:xfrm>
            <a:off x="4851725" y="3392488"/>
            <a:ext cx="6252633" cy="2982425"/>
          </a:xfrm>
          <a:prstGeom prst="rect">
            <a:avLst/>
          </a:prstGeom>
          <a:effectLst>
            <a:outerShdw blurRad="50800" dir="14400000">
              <a:srgbClr val="000000">
                <a:alpha val="40000"/>
              </a:srgbClr>
            </a:outerShdw>
          </a:effectLst>
        </p:spPr>
        <p:txBody>
          <a:bodyPr vert="horz" lIns="91440" tIns="45720" rIns="91440" bIns="45720" rtlCol="0" anchor="ctr">
            <a:normAutofit fontScale="92500" lnSpcReduction="10000"/>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marL="0" indent="0">
              <a:buNone/>
            </a:pPr>
            <a:r>
              <a:rPr lang="en-US" sz="2000" b="1">
                <a:ea typeface="+mn-lt"/>
                <a:cs typeface="+mn-lt"/>
              </a:rPr>
              <a:t>What We learned</a:t>
            </a:r>
          </a:p>
          <a:p>
            <a:pPr marL="285750" indent="-285750"/>
            <a:r>
              <a:rPr lang="en-US">
                <a:ea typeface="+mn-lt"/>
                <a:cs typeface="+mn-lt"/>
              </a:rPr>
              <a:t>There were too many links in the website's main navigation. </a:t>
            </a:r>
          </a:p>
          <a:p>
            <a:pPr marL="285750" indent="-285750"/>
            <a:r>
              <a:rPr lang="en-US">
                <a:ea typeface="+mn-lt"/>
                <a:cs typeface="+mn-lt"/>
              </a:rPr>
              <a:t>Certain pages contained links that lead to other parts of the navigation. </a:t>
            </a:r>
          </a:p>
          <a:p>
            <a:pPr marL="285750" indent="-285750"/>
            <a:r>
              <a:rPr lang="en-US">
                <a:ea typeface="+mn-lt"/>
                <a:cs typeface="+mn-lt"/>
              </a:rPr>
              <a:t>The existing category names were unclear at what information they presented based on the user scenario possibilities. </a:t>
            </a:r>
          </a:p>
          <a:p>
            <a:pPr marL="285750" indent="-285750"/>
            <a:r>
              <a:rPr lang="en-US">
                <a:ea typeface="+mn-lt"/>
                <a:cs typeface="+mn-lt"/>
              </a:rPr>
              <a:t>The existing organization, made finding certain topics like "tourism" difficult. </a:t>
            </a:r>
            <a:endParaRPr lang="en-US"/>
          </a:p>
        </p:txBody>
      </p:sp>
    </p:spTree>
    <p:extLst>
      <p:ext uri="{BB962C8B-B14F-4D97-AF65-F5344CB8AC3E}">
        <p14:creationId xmlns:p14="http://schemas.microsoft.com/office/powerpoint/2010/main" val="162170291"/>
      </p:ext>
    </p:extLst>
  </p:cSld>
  <p:clrMapOvr>
    <a:masterClrMapping/>
  </p:clrMapOvr>
  <p:extLst>
    <p:ext uri="{6950BFC3-D8DA-4A85-94F7-54DA5524770B}">
      <p188:commentRel xmlns:p188="http://schemas.microsoft.com/office/powerpoint/2018/8/main" r:id="rId2"/>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B646C70D-0D33-D252-BB48-FB6A555C2213}"/>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sz="4000" b="1"/>
              <a:t>Card Sort 1</a:t>
            </a:r>
          </a:p>
        </p:txBody>
      </p:sp>
      <p:pic>
        <p:nvPicPr>
          <p:cNvPr id="3" name="Picture 4" descr="Graphical user interface, text, application&#10;&#10;Description automatically generated">
            <a:extLst>
              <a:ext uri="{FF2B5EF4-FFF2-40B4-BE49-F238E27FC236}">
                <a16:creationId xmlns:a16="http://schemas.microsoft.com/office/drawing/2014/main" id="{E61BF172-0C68-E872-60FC-7E60960DFF1B}"/>
              </a:ext>
            </a:extLst>
          </p:cNvPr>
          <p:cNvPicPr>
            <a:picLocks noChangeAspect="1"/>
          </p:cNvPicPr>
          <p:nvPr/>
        </p:nvPicPr>
        <p:blipFill>
          <a:blip r:embed="rId2"/>
          <a:stretch>
            <a:fillRect/>
          </a:stretch>
        </p:blipFill>
        <p:spPr>
          <a:xfrm>
            <a:off x="960438" y="2927767"/>
            <a:ext cx="2913062" cy="2686804"/>
          </a:xfrm>
          <a:prstGeom prst="roundRect">
            <a:avLst>
              <a:gd name="adj" fmla="val 3876"/>
            </a:avLst>
          </a:prstGeom>
          <a:ln>
            <a:solidFill>
              <a:schemeClr val="accent1"/>
            </a:solidFill>
          </a:ln>
          <a:effectLst/>
        </p:spPr>
      </p:pic>
      <p:sp>
        <p:nvSpPr>
          <p:cNvPr id="4" name="Text Placeholder 3">
            <a:extLst>
              <a:ext uri="{FF2B5EF4-FFF2-40B4-BE49-F238E27FC236}">
                <a16:creationId xmlns:a16="http://schemas.microsoft.com/office/drawing/2014/main" id="{7A7CA128-B8F7-5AD7-8FF9-177CA7373C77}"/>
              </a:ext>
            </a:extLst>
          </p:cNvPr>
          <p:cNvSpPr>
            <a:spLocks noGrp="1"/>
          </p:cNvSpPr>
          <p:nvPr>
            <p:ph type="body" sz="half" idx="2"/>
          </p:nvPr>
        </p:nvSpPr>
        <p:spPr>
          <a:xfrm>
            <a:off x="4330699" y="2413000"/>
            <a:ext cx="7052733" cy="3632200"/>
          </a:xfrm>
        </p:spPr>
        <p:txBody>
          <a:bodyPr vert="horz" lIns="91440" tIns="45720" rIns="91440" bIns="45720" rtlCol="0" anchor="ctr">
            <a:normAutofit/>
          </a:bodyPr>
          <a:lstStyle/>
          <a:p>
            <a:pPr>
              <a:buFont typeface="Wingdings 2" charset="2"/>
              <a:buChar char=""/>
            </a:pPr>
            <a:r>
              <a:rPr lang="en-US"/>
              <a:t>Open Sort</a:t>
            </a:r>
          </a:p>
          <a:p>
            <a:pPr>
              <a:buFont typeface="Wingdings 2" charset="2"/>
              <a:buChar char=""/>
            </a:pPr>
            <a:r>
              <a:rPr lang="en-US"/>
              <a:t>Number of Participants:  2, with 3 iterations</a:t>
            </a:r>
          </a:p>
          <a:p>
            <a:pPr>
              <a:buFont typeface="Wingdings 2" charset="2"/>
              <a:buChar char=""/>
            </a:pPr>
            <a:r>
              <a:rPr lang="en-US"/>
              <a:t>Number of Cards: 43</a:t>
            </a:r>
          </a:p>
          <a:p>
            <a:pPr>
              <a:buFont typeface="Wingdings 2" charset="2"/>
              <a:buChar char=""/>
            </a:pPr>
            <a:r>
              <a:rPr lang="en-US"/>
              <a:t>Number of Categories:  39</a:t>
            </a:r>
          </a:p>
          <a:p>
            <a:pPr>
              <a:buFont typeface="Wingdings 2" charset="2"/>
              <a:buChar char=""/>
            </a:pPr>
            <a:r>
              <a:rPr lang="en-US"/>
              <a:t>Where were there the most agreements?</a:t>
            </a:r>
          </a:p>
          <a:p>
            <a:pPr lvl="1">
              <a:buFont typeface="Wingdings 2" charset="2"/>
              <a:buChar char=""/>
            </a:pPr>
            <a:r>
              <a:rPr lang="en-US"/>
              <a:t>Environment, Transporation, Community Life and Leisure</a:t>
            </a:r>
          </a:p>
          <a:p>
            <a:pPr>
              <a:buFont typeface="Wingdings 2" charset="2"/>
              <a:buChar char=""/>
            </a:pPr>
            <a:r>
              <a:rPr lang="en-US"/>
              <a:t>Where were there the lowest agreements?</a:t>
            </a:r>
          </a:p>
          <a:p>
            <a:pPr lvl="1">
              <a:buFont typeface="Wingdings 2" charset="2"/>
              <a:buChar char=""/>
            </a:pPr>
            <a:r>
              <a:rPr lang="en-US"/>
              <a:t>These cards: Subsidy for Reusable Products, Property assessment, and Heritage</a:t>
            </a:r>
          </a:p>
          <a:p>
            <a:pPr lvl="1">
              <a:buFont typeface="Wingdings 2" charset="2"/>
              <a:buChar char=""/>
            </a:pPr>
            <a:r>
              <a:rPr lang="en-US"/>
              <a:t>Government and municipal related cards had similar categories with different names.</a:t>
            </a:r>
          </a:p>
        </p:txBody>
      </p:sp>
    </p:spTree>
    <p:extLst>
      <p:ext uri="{BB962C8B-B14F-4D97-AF65-F5344CB8AC3E}">
        <p14:creationId xmlns:p14="http://schemas.microsoft.com/office/powerpoint/2010/main" val="1394077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5CE639B6-5703-4C80-22F2-FD156C8E0903}"/>
              </a:ext>
            </a:extLst>
          </p:cNvPr>
          <p:cNvSpPr>
            <a:spLocks noGrp="1"/>
          </p:cNvSpPr>
          <p:nvPr>
            <p:ph type="title"/>
          </p:nvPr>
        </p:nvSpPr>
        <p:spPr>
          <a:xfrm>
            <a:off x="451515" y="1734857"/>
            <a:ext cx="3765483" cy="3388287"/>
          </a:xfrm>
        </p:spPr>
        <p:txBody>
          <a:bodyPr vert="horz" lIns="91440" tIns="45720" rIns="91440" bIns="45720" rtlCol="0" anchor="ctr">
            <a:normAutofit/>
          </a:bodyPr>
          <a:lstStyle/>
          <a:p>
            <a:r>
              <a:rPr lang="en-US"/>
              <a:t>What we learned</a:t>
            </a:r>
          </a:p>
        </p:txBody>
      </p:sp>
      <p:sp>
        <p:nvSpPr>
          <p:cNvPr id="4" name="Text Placeholder 3">
            <a:extLst>
              <a:ext uri="{FF2B5EF4-FFF2-40B4-BE49-F238E27FC236}">
                <a16:creationId xmlns:a16="http://schemas.microsoft.com/office/drawing/2014/main" id="{C1220520-AC83-3EB1-7E5C-43A066CC1B14}"/>
              </a:ext>
            </a:extLst>
          </p:cNvPr>
          <p:cNvSpPr>
            <a:spLocks noGrp="1"/>
          </p:cNvSpPr>
          <p:nvPr>
            <p:ph idx="1"/>
          </p:nvPr>
        </p:nvSpPr>
        <p:spPr>
          <a:xfrm>
            <a:off x="6008068" y="978993"/>
            <a:ext cx="5365218" cy="4900014"/>
          </a:xfrm>
          <a:effectLst/>
        </p:spPr>
        <p:txBody>
          <a:bodyPr vert="horz" lIns="91440" tIns="45720" rIns="91440" bIns="45720" rtlCol="0">
            <a:normAutofit/>
          </a:bodyPr>
          <a:lstStyle/>
          <a:p>
            <a:r>
              <a:rPr lang="en-US"/>
              <a:t>Naming conventions of some of the cards were vague, some did not convey the purpose enough.</a:t>
            </a:r>
          </a:p>
          <a:p>
            <a:r>
              <a:rPr lang="en-US"/>
              <a:t>Overlapping categories made classifying cards difficult in some cases. Some cards overlapped in topics. To some users, based on the post study question, they found that some cards could apply to multiple categories.</a:t>
            </a:r>
          </a:p>
          <a:p>
            <a:r>
              <a:rPr lang="en-US"/>
              <a:t>Some cards talked about topics that were a bit too specifically local, so it made the meaning more confusing to nonlocals. This went against the primary objective of the project</a:t>
            </a:r>
          </a:p>
          <a:p>
            <a:endParaRPr lang="en-US"/>
          </a:p>
        </p:txBody>
      </p:sp>
    </p:spTree>
    <p:extLst>
      <p:ext uri="{BB962C8B-B14F-4D97-AF65-F5344CB8AC3E}">
        <p14:creationId xmlns:p14="http://schemas.microsoft.com/office/powerpoint/2010/main" val="2681808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F86D3F8-A111-2DBD-3EEA-9BEFC293B316}"/>
              </a:ext>
            </a:extLst>
          </p:cNvPr>
          <p:cNvSpPr>
            <a:spLocks noGrp="1"/>
          </p:cNvSpPr>
          <p:nvPr>
            <p:ph type="title"/>
          </p:nvPr>
        </p:nvSpPr>
        <p:spPr>
          <a:xfrm>
            <a:off x="965200" y="1218476"/>
            <a:ext cx="3187318" cy="4421050"/>
          </a:xfrm>
          <a:effectLst/>
        </p:spPr>
        <p:txBody>
          <a:bodyPr anchor="ctr">
            <a:normAutofit/>
          </a:bodyPr>
          <a:lstStyle/>
          <a:p>
            <a:pPr algn="r"/>
            <a:r>
              <a:rPr lang="en-US" sz="3200">
                <a:solidFill>
                  <a:schemeClr val="tx1"/>
                </a:solidFill>
              </a:rPr>
              <a:t>Changes Made</a:t>
            </a:r>
          </a:p>
        </p:txBody>
      </p:sp>
      <p:cxnSp>
        <p:nvCxnSpPr>
          <p:cNvPr id="17" name="Straight Connector 16">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47741B22-2E80-C8CD-06E9-8C073C1AA81E}"/>
              </a:ext>
            </a:extLst>
          </p:cNvPr>
          <p:cNvSpPr>
            <a:spLocks noGrp="1"/>
          </p:cNvSpPr>
          <p:nvPr>
            <p:ph idx="1"/>
          </p:nvPr>
        </p:nvSpPr>
        <p:spPr>
          <a:xfrm>
            <a:off x="5146751" y="1218475"/>
            <a:ext cx="6080050" cy="4421051"/>
          </a:xfrm>
          <a:effectLst/>
        </p:spPr>
        <p:txBody>
          <a:bodyPr>
            <a:normAutofit/>
          </a:bodyPr>
          <a:lstStyle/>
          <a:p>
            <a:r>
              <a:rPr lang="en-US" sz="1600">
                <a:ea typeface="+mn-lt"/>
                <a:cs typeface="+mn-lt"/>
              </a:rPr>
              <a:t>Some categories were combined like business related ones and economy related ones because the topics overlapped anyway.</a:t>
            </a:r>
          </a:p>
          <a:p>
            <a:r>
              <a:rPr lang="en-US" sz="1600"/>
              <a:t>Other cards were changed to something more general to make the items' levels more consistent. Some cards were combined or axed due to being too niche to nonlocals or inconsistent in levels.</a:t>
            </a:r>
          </a:p>
          <a:p>
            <a:r>
              <a:rPr lang="en-US" sz="1600"/>
              <a:t>Categories had to be renamed due to vague word choice like "culture" and "resources". This would ensure an easier time for user categorization.</a:t>
            </a:r>
          </a:p>
          <a:p>
            <a:endParaRPr lang="en-US" sz="1600"/>
          </a:p>
        </p:txBody>
      </p:sp>
    </p:spTree>
    <p:extLst>
      <p:ext uri="{BB962C8B-B14F-4D97-AF65-F5344CB8AC3E}">
        <p14:creationId xmlns:p14="http://schemas.microsoft.com/office/powerpoint/2010/main" val="23867432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78FD079B-04AC-4087-CFB3-5FE1BA8D21F5}"/>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sz="4000" b="1"/>
              <a:t>Card Sort 2</a:t>
            </a:r>
          </a:p>
        </p:txBody>
      </p:sp>
      <p:sp>
        <p:nvSpPr>
          <p:cNvPr id="4" name="Text Placeholder 3">
            <a:extLst>
              <a:ext uri="{FF2B5EF4-FFF2-40B4-BE49-F238E27FC236}">
                <a16:creationId xmlns:a16="http://schemas.microsoft.com/office/drawing/2014/main" id="{A1C90EB8-BDBC-EFB2-EB6C-720188473520}"/>
              </a:ext>
            </a:extLst>
          </p:cNvPr>
          <p:cNvSpPr>
            <a:spLocks noGrp="1"/>
          </p:cNvSpPr>
          <p:nvPr>
            <p:ph type="body" sz="half" idx="2"/>
          </p:nvPr>
        </p:nvSpPr>
        <p:spPr>
          <a:xfrm>
            <a:off x="818713" y="2413000"/>
            <a:ext cx="3835583" cy="3632200"/>
          </a:xfrm>
        </p:spPr>
        <p:txBody>
          <a:bodyPr vert="horz" lIns="91440" tIns="45720" rIns="91440" bIns="45720" rtlCol="0" anchor="ctr">
            <a:normAutofit fontScale="77500" lnSpcReduction="20000"/>
          </a:bodyPr>
          <a:lstStyle/>
          <a:p>
            <a:pPr marL="285750" indent="-285750">
              <a:buFont typeface="Wingdings 2" charset="2"/>
              <a:buChar char=""/>
            </a:pPr>
            <a:r>
              <a:rPr lang="en-US" sz="1600"/>
              <a:t>Number of Participants:  8 participants completed, 8 abandoned</a:t>
            </a:r>
          </a:p>
          <a:p>
            <a:pPr marL="285750" indent="-285750">
              <a:buFont typeface="Wingdings 2" charset="2"/>
              <a:buChar char=""/>
            </a:pPr>
            <a:r>
              <a:rPr lang="en-US" sz="1600"/>
              <a:t>Number of Cards:  42 cards</a:t>
            </a:r>
          </a:p>
          <a:p>
            <a:pPr marL="285750" indent="-285750">
              <a:buFont typeface="Wingdings 2" charset="2"/>
              <a:buChar char=""/>
            </a:pPr>
            <a:r>
              <a:rPr lang="en-US" sz="1600"/>
              <a:t>Number of Categories:  7 categories</a:t>
            </a:r>
          </a:p>
          <a:p>
            <a:pPr marL="285750" indent="-285750">
              <a:buFont typeface="Wingdings 2" charset="2"/>
              <a:buChar char=""/>
            </a:pPr>
            <a:r>
              <a:rPr lang="en-US" sz="1600"/>
              <a:t>Where were there the most agreements?</a:t>
            </a:r>
          </a:p>
          <a:p>
            <a:pPr marL="742950" lvl="1">
              <a:buFont typeface="Wingdings 2" charset="2"/>
              <a:buChar char=""/>
            </a:pPr>
            <a:r>
              <a:rPr lang="en-US" sz="1600"/>
              <a:t>Community Life &amp; Leisure</a:t>
            </a:r>
          </a:p>
          <a:p>
            <a:pPr marL="742950" lvl="1">
              <a:buFont typeface="Wingdings 2" charset="2"/>
              <a:buChar char=""/>
            </a:pPr>
            <a:r>
              <a:rPr lang="en-US" sz="1600"/>
              <a:t>Local Government</a:t>
            </a:r>
          </a:p>
          <a:p>
            <a:pPr marL="742950" lvl="1">
              <a:buFont typeface="Wingdings 2" charset="2"/>
              <a:buChar char=""/>
            </a:pPr>
            <a:r>
              <a:rPr lang="en-US" sz="1600"/>
              <a:t>Transportation</a:t>
            </a:r>
          </a:p>
          <a:p>
            <a:pPr marL="285750" indent="-285750">
              <a:buFont typeface="Wingdings 2" charset="2"/>
              <a:buChar char=""/>
            </a:pPr>
            <a:r>
              <a:rPr lang="en-US" sz="1600"/>
              <a:t>Where were there the lowest agreements?</a:t>
            </a:r>
          </a:p>
          <a:p>
            <a:pPr marL="742950" lvl="1" indent="-285750">
              <a:buFont typeface="Wingdings 2" charset="2"/>
              <a:buChar char=""/>
            </a:pPr>
            <a:r>
              <a:rPr lang="en-US" sz="1600"/>
              <a:t>These cards: Lodging, mining innovation zone, heritage</a:t>
            </a:r>
          </a:p>
          <a:p>
            <a:pPr marL="742950" lvl="1" indent="-285750">
              <a:buFont typeface="Wingdings 2" charset="2"/>
              <a:buChar char=""/>
            </a:pPr>
            <a:r>
              <a:rPr lang="en-US" sz="1600"/>
              <a:t>This category: Resources for Citizens</a:t>
            </a:r>
          </a:p>
          <a:p>
            <a:pPr marL="742950" lvl="1" indent="-285750">
              <a:buFont typeface="Wingdings 2" charset="2"/>
              <a:buChar char=""/>
            </a:pPr>
            <a:endParaRPr lang="en-US" sz="1600"/>
          </a:p>
        </p:txBody>
      </p:sp>
      <p:pic>
        <p:nvPicPr>
          <p:cNvPr id="3" name="Picture 4" descr="Graphical user interface, text, application, email&#10;&#10;Description automatically generated">
            <a:extLst>
              <a:ext uri="{FF2B5EF4-FFF2-40B4-BE49-F238E27FC236}">
                <a16:creationId xmlns:a16="http://schemas.microsoft.com/office/drawing/2014/main" id="{0DD59112-A4E8-32C7-F208-A3489D226AA0}"/>
              </a:ext>
            </a:extLst>
          </p:cNvPr>
          <p:cNvPicPr>
            <a:picLocks noChangeAspect="1"/>
          </p:cNvPicPr>
          <p:nvPr/>
        </p:nvPicPr>
        <p:blipFill>
          <a:blip r:embed="rId3"/>
          <a:stretch>
            <a:fillRect/>
          </a:stretch>
        </p:blipFill>
        <p:spPr>
          <a:xfrm>
            <a:off x="6297680" y="2413000"/>
            <a:ext cx="3885690"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1204350139"/>
      </p:ext>
    </p:extLst>
  </p:cSld>
  <p:clrMapOvr>
    <a:masterClrMapping/>
  </p:clrMapOvr>
  <p:extLst>
    <p:ext uri="{6950BFC3-D8DA-4A85-94F7-54DA5524770B}">
      <p188:commentRel xmlns:p188="http://schemas.microsoft.com/office/powerpoint/2018/8/main" r:id="rId2"/>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useBgFill="1">
        <p:nvSpPr>
          <p:cNvPr id="11" name="Rectangle 10">
            <a:extLst>
              <a:ext uri="{FF2B5EF4-FFF2-40B4-BE49-F238E27FC236}">
                <a16:creationId xmlns:a16="http://schemas.microsoft.com/office/drawing/2014/main" id="{089A69AF-D57B-49B4-886C-D4A5DC1944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CABDC08D-6093-4397-92D4-54D00E2BB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16200000">
            <a:off x="-650724" y="650724"/>
            <a:ext cx="6858000" cy="5556552"/>
          </a:xfrm>
          <a:custGeom>
            <a:avLst/>
            <a:gdLst>
              <a:gd name="connsiteX0" fmla="*/ 6858000 w 6858000"/>
              <a:gd name="connsiteY0" fmla="*/ 3445704 h 5556552"/>
              <a:gd name="connsiteX1" fmla="*/ 3829242 w 6858000"/>
              <a:gd name="connsiteY1" fmla="*/ 5433322 h 5556552"/>
              <a:gd name="connsiteX2" fmla="*/ 3827369 w 6858000"/>
              <a:gd name="connsiteY2" fmla="*/ 5434867 h 5556552"/>
              <a:gd name="connsiteX3" fmla="*/ 3824583 w 6858000"/>
              <a:gd name="connsiteY3" fmla="*/ 5436378 h 5556552"/>
              <a:gd name="connsiteX4" fmla="*/ 3798693 w 6858000"/>
              <a:gd name="connsiteY4" fmla="*/ 5453370 h 5556552"/>
              <a:gd name="connsiteX5" fmla="*/ 3785011 w 6858000"/>
              <a:gd name="connsiteY5" fmla="*/ 5457858 h 5556552"/>
              <a:gd name="connsiteX6" fmla="*/ 3706339 w 6858000"/>
              <a:gd name="connsiteY6" fmla="*/ 5500559 h 5556552"/>
              <a:gd name="connsiteX7" fmla="*/ 3428998 w 6858000"/>
              <a:gd name="connsiteY7" fmla="*/ 5556552 h 5556552"/>
              <a:gd name="connsiteX8" fmla="*/ 3151658 w 6858000"/>
              <a:gd name="connsiteY8" fmla="*/ 5500559 h 5556552"/>
              <a:gd name="connsiteX9" fmla="*/ 3072996 w 6858000"/>
              <a:gd name="connsiteY9" fmla="*/ 5457863 h 5556552"/>
              <a:gd name="connsiteX10" fmla="*/ 3059298 w 6858000"/>
              <a:gd name="connsiteY10" fmla="*/ 5453370 h 5556552"/>
              <a:gd name="connsiteX11" fmla="*/ 3033383 w 6858000"/>
              <a:gd name="connsiteY11" fmla="*/ 5436362 h 5556552"/>
              <a:gd name="connsiteX12" fmla="*/ 3030627 w 6858000"/>
              <a:gd name="connsiteY12" fmla="*/ 5434867 h 5556552"/>
              <a:gd name="connsiteX13" fmla="*/ 3028775 w 6858000"/>
              <a:gd name="connsiteY13" fmla="*/ 5433338 h 5556552"/>
              <a:gd name="connsiteX14" fmla="*/ 0 w 6858000"/>
              <a:gd name="connsiteY14" fmla="*/ 3445704 h 5556552"/>
              <a:gd name="connsiteX15" fmla="*/ 6858000 w 6858000"/>
              <a:gd name="connsiteY15" fmla="*/ 0 h 5556552"/>
              <a:gd name="connsiteX16" fmla="*/ 6858000 w 6858000"/>
              <a:gd name="connsiteY16" fmla="*/ 349336 h 5556552"/>
              <a:gd name="connsiteX17" fmla="*/ 6858000 w 6858000"/>
              <a:gd name="connsiteY17" fmla="*/ 3445703 h 5556552"/>
              <a:gd name="connsiteX18" fmla="*/ 0 w 6858000"/>
              <a:gd name="connsiteY18" fmla="*/ 3445703 h 5556552"/>
              <a:gd name="connsiteX19" fmla="*/ 0 w 6858000"/>
              <a:gd name="connsiteY19" fmla="*/ 0 h 5556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858000" h="5556552">
                <a:moveTo>
                  <a:pt x="6858000" y="3445704"/>
                </a:moveTo>
                <a:lnTo>
                  <a:pt x="3829242" y="5433322"/>
                </a:lnTo>
                <a:lnTo>
                  <a:pt x="3827369" y="5434867"/>
                </a:lnTo>
                <a:lnTo>
                  <a:pt x="3824583" y="5436378"/>
                </a:lnTo>
                <a:lnTo>
                  <a:pt x="3798693" y="5453370"/>
                </a:lnTo>
                <a:lnTo>
                  <a:pt x="3785011" y="5457858"/>
                </a:lnTo>
                <a:lnTo>
                  <a:pt x="3706339" y="5500559"/>
                </a:lnTo>
                <a:cubicBezTo>
                  <a:pt x="3621096" y="5536614"/>
                  <a:pt x="3527375" y="5556552"/>
                  <a:pt x="3428998" y="5556552"/>
                </a:cubicBezTo>
                <a:cubicBezTo>
                  <a:pt x="3330621" y="5556552"/>
                  <a:pt x="3236901" y="5536614"/>
                  <a:pt x="3151658" y="5500559"/>
                </a:cubicBezTo>
                <a:lnTo>
                  <a:pt x="3072996" y="5457863"/>
                </a:lnTo>
                <a:lnTo>
                  <a:pt x="3059298" y="5453370"/>
                </a:lnTo>
                <a:lnTo>
                  <a:pt x="3033383" y="5436362"/>
                </a:lnTo>
                <a:lnTo>
                  <a:pt x="3030627" y="5434867"/>
                </a:lnTo>
                <a:lnTo>
                  <a:pt x="3028775" y="5433338"/>
                </a:lnTo>
                <a:lnTo>
                  <a:pt x="0" y="3445704"/>
                </a:lnTo>
                <a:close/>
                <a:moveTo>
                  <a:pt x="6858000" y="0"/>
                </a:moveTo>
                <a:lnTo>
                  <a:pt x="6858000" y="349336"/>
                </a:lnTo>
                <a:lnTo>
                  <a:pt x="6858000" y="3445703"/>
                </a:lnTo>
                <a:lnTo>
                  <a:pt x="0" y="3445703"/>
                </a:lnTo>
                <a:lnTo>
                  <a:pt x="0" y="0"/>
                </a:lnTo>
                <a:close/>
              </a:path>
            </a:pathLst>
          </a:custGeom>
          <a:ln>
            <a:noFill/>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2BAD2807-83B7-17D2-C38E-6DB5041831D2}"/>
              </a:ext>
            </a:extLst>
          </p:cNvPr>
          <p:cNvSpPr>
            <a:spLocks noGrp="1"/>
          </p:cNvSpPr>
          <p:nvPr>
            <p:ph type="title"/>
          </p:nvPr>
        </p:nvSpPr>
        <p:spPr>
          <a:xfrm>
            <a:off x="451515" y="1734857"/>
            <a:ext cx="3765483" cy="3388287"/>
          </a:xfrm>
        </p:spPr>
        <p:txBody>
          <a:bodyPr vert="horz" lIns="91440" tIns="45720" rIns="91440" bIns="45720" rtlCol="0" anchor="ctr">
            <a:normAutofit/>
          </a:bodyPr>
          <a:lstStyle/>
          <a:p>
            <a:r>
              <a:rPr lang="en-US" sz="4000" b="1"/>
              <a:t>What We learned</a:t>
            </a:r>
          </a:p>
        </p:txBody>
      </p:sp>
      <p:sp>
        <p:nvSpPr>
          <p:cNvPr id="4" name="Text Placeholder 3">
            <a:extLst>
              <a:ext uri="{FF2B5EF4-FFF2-40B4-BE49-F238E27FC236}">
                <a16:creationId xmlns:a16="http://schemas.microsoft.com/office/drawing/2014/main" id="{89F85C92-15F9-6A81-79DC-365EEA4BF26F}"/>
              </a:ext>
            </a:extLst>
          </p:cNvPr>
          <p:cNvSpPr>
            <a:spLocks noGrp="1"/>
          </p:cNvSpPr>
          <p:nvPr>
            <p:ph type="body" sz="half" idx="2"/>
          </p:nvPr>
        </p:nvSpPr>
        <p:spPr>
          <a:xfrm>
            <a:off x="6008068" y="978993"/>
            <a:ext cx="5365218" cy="4900014"/>
          </a:xfrm>
          <a:effectLst/>
        </p:spPr>
        <p:txBody>
          <a:bodyPr vert="horz" lIns="91440" tIns="45720" rIns="91440" bIns="45720" rtlCol="0" anchor="ctr">
            <a:normAutofit/>
          </a:bodyPr>
          <a:lstStyle/>
          <a:p>
            <a:pPr>
              <a:buFont typeface="Wingdings 2" charset="2"/>
              <a:buChar char=""/>
            </a:pPr>
            <a:r>
              <a:rPr lang="en-US"/>
              <a:t>Some cards still overlapped in which topic they related to most. We did not narrow down the cards enough from the first round of card sorts.</a:t>
            </a:r>
          </a:p>
          <a:p>
            <a:pPr>
              <a:buFont typeface="Wingdings 2" charset="2"/>
              <a:buChar char=""/>
            </a:pPr>
            <a:r>
              <a:rPr lang="en-US"/>
              <a:t>Cards using action words showed an inconsistent organizational scheme, so users seemed to have trouble in categorizing those. Some examples include "Settling in Rouyn-Noranda", and "Invest in Rouyn-Noranda". </a:t>
            </a:r>
          </a:p>
          <a:p>
            <a:pPr>
              <a:buFont typeface="Wingdings 2" charset="2"/>
              <a:buChar char=""/>
            </a:pPr>
            <a:r>
              <a:rPr lang="en-US"/>
              <a:t>Renaming Community Life &amp; Culture to Community Life &amp; Leisure seemed to have make categorization  easier for users.</a:t>
            </a:r>
          </a:p>
          <a:p>
            <a:pPr>
              <a:buFont typeface="Wingdings 2" charset="2"/>
              <a:buChar char=""/>
            </a:pPr>
            <a:r>
              <a:rPr lang="en-US">
                <a:ea typeface="+mn-lt"/>
                <a:cs typeface="+mn-lt"/>
              </a:rPr>
              <a:t>Card name changes from round 1 were still too familiar to locals (especially the cards placed in the "I don't know" category) like "Mining Innovation Zone".</a:t>
            </a:r>
          </a:p>
          <a:p>
            <a:pPr>
              <a:buFont typeface="Wingdings 2" charset="2"/>
              <a:buChar char=""/>
            </a:pPr>
            <a:r>
              <a:rPr lang="en-US">
                <a:ea typeface="+mn-lt"/>
                <a:cs typeface="+mn-lt"/>
              </a:rPr>
              <a:t>Combining Business and Economy made this category with the biggest frequency in cards being put here.</a:t>
            </a:r>
          </a:p>
          <a:p>
            <a:pPr>
              <a:buFont typeface="Wingdings 2" charset="2"/>
              <a:buChar char=""/>
            </a:pPr>
            <a:r>
              <a:rPr lang="en-US"/>
              <a:t>Resources in a category name is too unclear, especially in the main navigation, so this category will need to be renamed while still conveying what the content is about.</a:t>
            </a:r>
          </a:p>
        </p:txBody>
      </p:sp>
    </p:spTree>
    <p:extLst>
      <p:ext uri="{BB962C8B-B14F-4D97-AF65-F5344CB8AC3E}">
        <p14:creationId xmlns:p14="http://schemas.microsoft.com/office/powerpoint/2010/main" val="2030493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Freeform 6">
            <a:extLst>
              <a:ext uri="{FF2B5EF4-FFF2-40B4-BE49-F238E27FC236}">
                <a16:creationId xmlns:a16="http://schemas.microsoft.com/office/drawing/2014/main" id="{8EE457FF-670E-4EC1-ACD4-1173DA9A79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useBgFill="1">
        <p:nvSpPr>
          <p:cNvPr id="20" name="Rectangle 19">
            <a:extLst>
              <a:ext uri="{FF2B5EF4-FFF2-40B4-BE49-F238E27FC236}">
                <a16:creationId xmlns:a16="http://schemas.microsoft.com/office/drawing/2014/main" id="{35C44DBB-AD7C-4682-B258-6367305D20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C64C75-CC86-9C1D-482F-5A7BB1D0D74F}"/>
              </a:ext>
            </a:extLst>
          </p:cNvPr>
          <p:cNvSpPr>
            <a:spLocks noGrp="1"/>
          </p:cNvSpPr>
          <p:nvPr>
            <p:ph type="title"/>
          </p:nvPr>
        </p:nvSpPr>
        <p:spPr>
          <a:xfrm>
            <a:off x="965200" y="1218476"/>
            <a:ext cx="3187318" cy="4421050"/>
          </a:xfrm>
          <a:effectLst/>
        </p:spPr>
        <p:txBody>
          <a:bodyPr vert="horz" lIns="91440" tIns="45720" rIns="91440" bIns="45720" rtlCol="0" anchor="ctr">
            <a:normAutofit/>
          </a:bodyPr>
          <a:lstStyle/>
          <a:p>
            <a:pPr algn="r"/>
            <a:r>
              <a:rPr lang="en-US" sz="3200" b="1">
                <a:solidFill>
                  <a:schemeClr val="tx1"/>
                </a:solidFill>
                <a:ea typeface="+mj-lt"/>
                <a:cs typeface="+mj-lt"/>
              </a:rPr>
              <a:t>Changes </a:t>
            </a:r>
            <a:br>
              <a:rPr lang="en-US" sz="3200" b="1">
                <a:solidFill>
                  <a:schemeClr val="tx1"/>
                </a:solidFill>
                <a:ea typeface="+mj-lt"/>
                <a:cs typeface="+mj-lt"/>
              </a:rPr>
            </a:br>
            <a:r>
              <a:rPr lang="en-US" sz="3200" b="1">
                <a:solidFill>
                  <a:schemeClr val="tx1"/>
                </a:solidFill>
                <a:ea typeface="+mj-lt"/>
                <a:cs typeface="+mj-lt"/>
              </a:rPr>
              <a:t>Made</a:t>
            </a:r>
            <a:endParaRPr lang="en-US">
              <a:solidFill>
                <a:schemeClr val="tx1"/>
              </a:solidFill>
            </a:endParaRPr>
          </a:p>
        </p:txBody>
      </p:sp>
      <p:cxnSp>
        <p:nvCxnSpPr>
          <p:cNvPr id="22" name="Straight Connector 21">
            <a:extLst>
              <a:ext uri="{FF2B5EF4-FFF2-40B4-BE49-F238E27FC236}">
                <a16:creationId xmlns:a16="http://schemas.microsoft.com/office/drawing/2014/main" id="{A1CED323-FAF0-4E0B-8717-FC1F468A28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49634" y="1696777"/>
            <a:ext cx="0" cy="3464447"/>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D0C203C3-4610-D745-7948-B6C2817F5D0B}"/>
              </a:ext>
            </a:extLst>
          </p:cNvPr>
          <p:cNvSpPr>
            <a:spLocks noGrp="1"/>
          </p:cNvSpPr>
          <p:nvPr>
            <p:ph type="body" sz="half" idx="2"/>
          </p:nvPr>
        </p:nvSpPr>
        <p:spPr>
          <a:xfrm>
            <a:off x="5146751" y="1218475"/>
            <a:ext cx="6080050" cy="4421051"/>
          </a:xfrm>
          <a:effectLst/>
        </p:spPr>
        <p:txBody>
          <a:bodyPr vert="horz" lIns="91440" tIns="45720" rIns="91440" bIns="45720" rtlCol="0" anchor="ctr">
            <a:normAutofit/>
          </a:bodyPr>
          <a:lstStyle/>
          <a:p>
            <a:pPr>
              <a:buFont typeface="Wingdings 2" charset="2"/>
              <a:buChar char=""/>
            </a:pPr>
            <a:r>
              <a:rPr lang="en-US" sz="1600"/>
              <a:t>We needed to narrow down some cards more because some still existed at different levels.  Some standardization into more subcategories would help in drafting the tree testing so the amount of content would not overwhelm the user.</a:t>
            </a:r>
          </a:p>
          <a:p>
            <a:pPr>
              <a:buFont typeface="Wingdings 2" charset="2"/>
              <a:buChar char=""/>
            </a:pPr>
            <a:r>
              <a:rPr lang="en-US" sz="1600"/>
              <a:t>Here there was still an issue of vague wording in card names like "Cultural Programming" or "Land development" or "waste management". Users seemed to have trouble with these kinds of cards about specific town programs.</a:t>
            </a:r>
          </a:p>
          <a:p>
            <a:pPr>
              <a:buFont typeface="Wingdings 2" charset="2"/>
              <a:buChar char=""/>
            </a:pPr>
            <a:r>
              <a:rPr lang="en-US" sz="1600"/>
              <a:t>"Resources for Citizens" does not convey meaning enough to users, because some cards placed here were placed in "I don't know" by several other users.</a:t>
            </a:r>
          </a:p>
          <a:p>
            <a:pPr>
              <a:buChar char=""/>
            </a:pPr>
            <a:endParaRPr lang="en-US" sz="1600"/>
          </a:p>
          <a:p>
            <a:pPr>
              <a:buFont typeface="Wingdings 2" charset="2"/>
              <a:buChar char=""/>
            </a:pPr>
            <a:endParaRPr lang="en-US" sz="1600"/>
          </a:p>
        </p:txBody>
      </p:sp>
    </p:spTree>
    <p:extLst>
      <p:ext uri="{BB962C8B-B14F-4D97-AF65-F5344CB8AC3E}">
        <p14:creationId xmlns:p14="http://schemas.microsoft.com/office/powerpoint/2010/main" val="1864137898"/>
      </p:ext>
    </p:extLst>
  </p:cSld>
  <p:clrMapOvr>
    <a:masterClrMapping/>
  </p:clrMapOvr>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4CF39-732E-5905-8185-2E020F805708}"/>
              </a:ext>
            </a:extLst>
          </p:cNvPr>
          <p:cNvSpPr>
            <a:spLocks noGrp="1"/>
          </p:cNvSpPr>
          <p:nvPr>
            <p:ph type="title"/>
          </p:nvPr>
        </p:nvSpPr>
        <p:spPr/>
        <p:txBody>
          <a:bodyPr/>
          <a:lstStyle/>
          <a:p>
            <a:r>
              <a:rPr lang="en-US"/>
              <a:t>Tree testing</a:t>
            </a:r>
          </a:p>
        </p:txBody>
      </p:sp>
      <p:sp>
        <p:nvSpPr>
          <p:cNvPr id="4" name="Text Placeholder 3">
            <a:extLst>
              <a:ext uri="{FF2B5EF4-FFF2-40B4-BE49-F238E27FC236}">
                <a16:creationId xmlns:a16="http://schemas.microsoft.com/office/drawing/2014/main" id="{DA8F137F-1B53-DF23-15E0-0BF61188BDC4}"/>
              </a:ext>
            </a:extLst>
          </p:cNvPr>
          <p:cNvSpPr>
            <a:spLocks noGrp="1"/>
          </p:cNvSpPr>
          <p:nvPr>
            <p:ph type="body" sz="half" idx="2"/>
          </p:nvPr>
        </p:nvSpPr>
        <p:spPr/>
        <p:txBody>
          <a:bodyPr/>
          <a:lstStyle/>
          <a:p>
            <a:pPr marL="171450" indent="-171450">
              <a:buFont typeface="Arial" charset="2"/>
              <a:buChar char="•"/>
            </a:pPr>
            <a:r>
              <a:rPr lang="en-US"/>
              <a:t>Tasks tested</a:t>
            </a:r>
          </a:p>
          <a:p>
            <a:pPr marL="628650" lvl="1" indent="-171450">
              <a:buFont typeface="Arial" charset="2"/>
              <a:buChar char="•"/>
            </a:pPr>
            <a:r>
              <a:rPr lang="en-US"/>
              <a:t>You are visiting rural Canada for the first time. You're looking for something to do. Where would you look for that information?</a:t>
            </a:r>
          </a:p>
          <a:p>
            <a:pPr marL="628650" lvl="1" indent="-171450">
              <a:buFont typeface="Arial" charset="2"/>
              <a:buChar char="•"/>
            </a:pPr>
            <a:r>
              <a:rPr lang="en-US"/>
              <a:t>You want to move to a small town, but it's a big step. How do you find ways to help the process?</a:t>
            </a:r>
          </a:p>
          <a:p>
            <a:pPr marL="628650" lvl="1" indent="-171450">
              <a:buFont typeface="Arial" charset="2"/>
              <a:buChar char="•"/>
            </a:pPr>
            <a:r>
              <a:rPr lang="en-US"/>
              <a:t>You settled into Rouyn-Noranda, but you need to find work to pay the bills. Where would you find that information?</a:t>
            </a:r>
          </a:p>
          <a:p>
            <a:pPr marL="628650" lvl="1" indent="-171450">
              <a:buFont typeface="Arial" charset="2"/>
              <a:buChar char="•"/>
            </a:pPr>
            <a:endParaRPr lang="en-US"/>
          </a:p>
          <a:p>
            <a:pPr marL="628650" lvl="1" indent="-171450">
              <a:buFont typeface="Arial" charset="2"/>
              <a:buChar char="•"/>
            </a:pPr>
            <a:endParaRPr lang="en-US"/>
          </a:p>
          <a:p>
            <a:pPr marL="628650" lvl="1" indent="-171450">
              <a:buFont typeface="Arial" charset="2"/>
              <a:buChar char="•"/>
            </a:pPr>
            <a:endParaRPr lang="en-US"/>
          </a:p>
        </p:txBody>
      </p:sp>
      <p:pic>
        <p:nvPicPr>
          <p:cNvPr id="27" name="Picture 27" descr="Graphical user interface, text, application, PowerPoint&#10;&#10;Description automatically generated">
            <a:extLst>
              <a:ext uri="{FF2B5EF4-FFF2-40B4-BE49-F238E27FC236}">
                <a16:creationId xmlns:a16="http://schemas.microsoft.com/office/drawing/2014/main" id="{59FAFCA4-85DA-DFA4-22DE-EBEE5250AAA3}"/>
              </a:ext>
            </a:extLst>
          </p:cNvPr>
          <p:cNvPicPr>
            <a:picLocks noGrp="1" noChangeAspect="1"/>
          </p:cNvPicPr>
          <p:nvPr>
            <p:ph type="pic" sz="quarter" idx="13"/>
          </p:nvPr>
        </p:nvPicPr>
        <p:blipFill rotWithShape="1">
          <a:blip r:embed="rId3"/>
          <a:srcRect l="12569" r="12569"/>
          <a:stretch/>
        </p:blipFill>
        <p:spPr>
          <a:xfrm>
            <a:off x="6732168" y="1410630"/>
            <a:ext cx="3958004" cy="4124325"/>
          </a:xfrm>
        </p:spPr>
      </p:pic>
    </p:spTree>
    <p:extLst>
      <p:ext uri="{BB962C8B-B14F-4D97-AF65-F5344CB8AC3E}">
        <p14:creationId xmlns:p14="http://schemas.microsoft.com/office/powerpoint/2010/main" val="1589676010"/>
      </p:ext>
    </p:extLst>
  </p:cSld>
  <p:clrMapOvr>
    <a:masterClrMapping/>
  </p:clrMapOvr>
  <p:extLst>
    <p:ext uri="{6950BFC3-D8DA-4A85-94F7-54DA5524770B}">
      <p188:commentRel xmlns:p188="http://schemas.microsoft.com/office/powerpoint/2018/8/main" r:id="rId2"/>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D500D-8260-940E-B503-BE3E7C2A24ED}"/>
              </a:ext>
            </a:extLst>
          </p:cNvPr>
          <p:cNvSpPr>
            <a:spLocks noGrp="1"/>
          </p:cNvSpPr>
          <p:nvPr>
            <p:ph type="title"/>
          </p:nvPr>
        </p:nvSpPr>
        <p:spPr>
          <a:xfrm>
            <a:off x="287189" y="727522"/>
            <a:ext cx="4852988" cy="1617163"/>
          </a:xfrm>
        </p:spPr>
        <p:txBody>
          <a:bodyPr/>
          <a:lstStyle/>
          <a:p>
            <a:r>
              <a:rPr lang="en-US"/>
              <a:t>What we learned from tree testing</a:t>
            </a:r>
          </a:p>
        </p:txBody>
      </p:sp>
      <p:sp>
        <p:nvSpPr>
          <p:cNvPr id="4" name="Text Placeholder 3">
            <a:extLst>
              <a:ext uri="{FF2B5EF4-FFF2-40B4-BE49-F238E27FC236}">
                <a16:creationId xmlns:a16="http://schemas.microsoft.com/office/drawing/2014/main" id="{142BDBED-C5D0-4F82-D81E-9ED0E1CE198E}"/>
              </a:ext>
            </a:extLst>
          </p:cNvPr>
          <p:cNvSpPr>
            <a:spLocks noGrp="1"/>
          </p:cNvSpPr>
          <p:nvPr>
            <p:ph type="body" sz="half" idx="2"/>
          </p:nvPr>
        </p:nvSpPr>
        <p:spPr>
          <a:xfrm>
            <a:off x="287189" y="2344684"/>
            <a:ext cx="4852988" cy="3516365"/>
          </a:xfrm>
        </p:spPr>
        <p:txBody>
          <a:bodyPr>
            <a:normAutofit lnSpcReduction="10000"/>
          </a:bodyPr>
          <a:lstStyle/>
          <a:p>
            <a:pPr marL="171450" indent="-171450">
              <a:buFont typeface="Arial,Sans-Serif"/>
              <a:buChar char="•"/>
            </a:pPr>
            <a:r>
              <a:rPr lang="en-US"/>
              <a:t>There was a higher percentage of users who had not heard of the town of Rouyn-Noranda.</a:t>
            </a:r>
          </a:p>
          <a:p>
            <a:pPr marL="171450" indent="-171450">
              <a:buFont typeface="Arial,Sans-Serif"/>
              <a:buChar char="•"/>
            </a:pPr>
            <a:r>
              <a:rPr lang="en-US"/>
              <a:t>What did people find easier?</a:t>
            </a:r>
          </a:p>
          <a:p>
            <a:pPr marL="628650" lvl="1" indent="-171450">
              <a:buFont typeface="Arial" charset="2"/>
              <a:buChar char="•"/>
            </a:pPr>
            <a:r>
              <a:rPr lang="en-US"/>
              <a:t>The first task: Looking for something to do as a visitor</a:t>
            </a:r>
          </a:p>
          <a:p>
            <a:pPr marL="628650" lvl="1" indent="-171450">
              <a:buFont typeface="Arial" charset="2"/>
              <a:buChar char="•"/>
            </a:pPr>
            <a:r>
              <a:rPr lang="en-US">
                <a:ea typeface="+mn-lt"/>
                <a:cs typeface="+mn-lt"/>
              </a:rPr>
              <a:t>The task had several correct answers because of the broadness of their topics so users seemed to navigate through the tests easily. </a:t>
            </a:r>
          </a:p>
          <a:p>
            <a:pPr marL="628650" lvl="1" indent="-171450">
              <a:buFont typeface="Arial" charset="2"/>
              <a:buChar char="•"/>
            </a:pPr>
            <a:r>
              <a:rPr lang="en-US">
                <a:ea typeface="+mn-lt"/>
                <a:cs typeface="+mn-lt"/>
              </a:rPr>
              <a:t>Several pages could theoretically help answer one task after all.</a:t>
            </a:r>
            <a:endParaRPr lang="en-US"/>
          </a:p>
          <a:p>
            <a:pPr marL="171450" indent="-171450">
              <a:buFont typeface="Arial,Sans-Serif"/>
              <a:buChar char="•"/>
            </a:pPr>
            <a:r>
              <a:rPr lang="en-US"/>
              <a:t>What did people find challenging?</a:t>
            </a:r>
          </a:p>
          <a:p>
            <a:pPr marL="628650" lvl="1" indent="-171450">
              <a:buFont typeface="Arial" charset="2"/>
              <a:buChar char="•"/>
            </a:pPr>
            <a:r>
              <a:rPr lang="en-US"/>
              <a:t>The second task: Looking for new residents' resources</a:t>
            </a:r>
          </a:p>
          <a:p>
            <a:pPr marL="628650" lvl="1" indent="-171450">
              <a:buFont typeface="Arial" charset="2"/>
              <a:buChar char="•"/>
            </a:pPr>
            <a:r>
              <a:rPr lang="en-US"/>
              <a:t>Vague task</a:t>
            </a:r>
          </a:p>
          <a:p>
            <a:pPr marL="628650" lvl="1" indent="-171450">
              <a:buFont typeface="Arial" charset="2"/>
              <a:buChar char="•"/>
            </a:pPr>
            <a:r>
              <a:rPr lang="en-US"/>
              <a:t>Several potential correct answers, but some more correct than others.</a:t>
            </a:r>
          </a:p>
          <a:p>
            <a:pPr marL="171450" indent="-171450">
              <a:buFont typeface="Arial,Sans-Serif"/>
              <a:buChar char="•"/>
            </a:pPr>
            <a:endParaRPr lang="en-US"/>
          </a:p>
          <a:p>
            <a:pPr marL="171450" indent="-171450">
              <a:buFont typeface="Arial,Sans-Serif"/>
              <a:buChar char="•"/>
            </a:pPr>
            <a:endParaRPr lang="en-US"/>
          </a:p>
          <a:p>
            <a:pPr marL="171450" indent="-171450">
              <a:buFont typeface="Arial,Sans-Serif"/>
              <a:buChar char="•"/>
            </a:pPr>
            <a:endParaRPr lang="en-US"/>
          </a:p>
        </p:txBody>
      </p:sp>
      <p:pic>
        <p:nvPicPr>
          <p:cNvPr id="5" name="Picture 5">
            <a:extLst>
              <a:ext uri="{FF2B5EF4-FFF2-40B4-BE49-F238E27FC236}">
                <a16:creationId xmlns:a16="http://schemas.microsoft.com/office/drawing/2014/main" id="{8A32663E-02C1-A9B1-5FD4-3446F8509CB3}"/>
              </a:ext>
            </a:extLst>
          </p:cNvPr>
          <p:cNvPicPr>
            <a:picLocks noChangeAspect="1"/>
          </p:cNvPicPr>
          <p:nvPr/>
        </p:nvPicPr>
        <p:blipFill>
          <a:blip r:embed="rId2"/>
          <a:stretch>
            <a:fillRect/>
          </a:stretch>
        </p:blipFill>
        <p:spPr>
          <a:xfrm>
            <a:off x="5115170" y="3693641"/>
            <a:ext cx="6875583" cy="2528486"/>
          </a:xfrm>
          <a:prstGeom prst="rect">
            <a:avLst/>
          </a:prstGeom>
        </p:spPr>
      </p:pic>
      <p:pic>
        <p:nvPicPr>
          <p:cNvPr id="6" name="Picture 6">
            <a:extLst>
              <a:ext uri="{FF2B5EF4-FFF2-40B4-BE49-F238E27FC236}">
                <a16:creationId xmlns:a16="http://schemas.microsoft.com/office/drawing/2014/main" id="{0F0C20C9-B777-63BA-0FA0-51DC2E96E0BF}"/>
              </a:ext>
            </a:extLst>
          </p:cNvPr>
          <p:cNvPicPr>
            <a:picLocks noChangeAspect="1"/>
          </p:cNvPicPr>
          <p:nvPr/>
        </p:nvPicPr>
        <p:blipFill>
          <a:blip r:embed="rId3"/>
          <a:stretch>
            <a:fillRect/>
          </a:stretch>
        </p:blipFill>
        <p:spPr>
          <a:xfrm>
            <a:off x="5115169" y="999245"/>
            <a:ext cx="6875584" cy="2524666"/>
          </a:xfrm>
          <a:prstGeom prst="rect">
            <a:avLst/>
          </a:prstGeom>
        </p:spPr>
      </p:pic>
    </p:spTree>
    <p:extLst>
      <p:ext uri="{BB962C8B-B14F-4D97-AF65-F5344CB8AC3E}">
        <p14:creationId xmlns:p14="http://schemas.microsoft.com/office/powerpoint/2010/main" val="11665191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11">
            <a:extLst>
              <a:ext uri="{FF2B5EF4-FFF2-40B4-BE49-F238E27FC236}">
                <a16:creationId xmlns:a16="http://schemas.microsoft.com/office/drawing/2014/main" id="{A1DFCBE5-52C1-48A9-89CF-E7D68CCA16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3">
            <a:extLst>
              <a:ext uri="{FF2B5EF4-FFF2-40B4-BE49-F238E27FC236}">
                <a16:creationId xmlns:a16="http://schemas.microsoft.com/office/drawing/2014/main" id="{06AB74CA-E76D-4922-91FE-A4AAF0487C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47203"/>
            <a:ext cx="11707367" cy="2572622"/>
          </a:xfrm>
          <a:custGeom>
            <a:avLst/>
            <a:gdLst>
              <a:gd name="connsiteX0" fmla="*/ 0 w 11707367"/>
              <a:gd name="connsiteY0" fmla="*/ 0 h 2572622"/>
              <a:gd name="connsiteX1" fmla="*/ 1888420 w 11707367"/>
              <a:gd name="connsiteY1" fmla="*/ 0 h 2572622"/>
              <a:gd name="connsiteX2" fmla="*/ 2198560 w 11707367"/>
              <a:gd name="connsiteY2" fmla="*/ 310139 h 2572622"/>
              <a:gd name="connsiteX3" fmla="*/ 2425431 w 11707367"/>
              <a:gd name="connsiteY3" fmla="*/ 310139 h 2572622"/>
              <a:gd name="connsiteX4" fmla="*/ 2735570 w 11707367"/>
              <a:gd name="connsiteY4" fmla="*/ 0 h 2572622"/>
              <a:gd name="connsiteX5" fmla="*/ 11707367 w 11707367"/>
              <a:gd name="connsiteY5" fmla="*/ 0 h 2572622"/>
              <a:gd name="connsiteX6" fmla="*/ 11707367 w 11707367"/>
              <a:gd name="connsiteY6" fmla="*/ 2572622 h 2572622"/>
              <a:gd name="connsiteX7" fmla="*/ 0 w 11707367"/>
              <a:gd name="connsiteY7" fmla="*/ 2572622 h 2572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707367" h="2572622">
                <a:moveTo>
                  <a:pt x="0" y="0"/>
                </a:moveTo>
                <a:lnTo>
                  <a:pt x="1888420" y="0"/>
                </a:lnTo>
                <a:lnTo>
                  <a:pt x="2198560" y="310139"/>
                </a:lnTo>
                <a:cubicBezTo>
                  <a:pt x="2261209" y="372788"/>
                  <a:pt x="2362782" y="372788"/>
                  <a:pt x="2425431" y="310139"/>
                </a:cubicBezTo>
                <a:lnTo>
                  <a:pt x="2735570" y="0"/>
                </a:lnTo>
                <a:lnTo>
                  <a:pt x="11707367" y="0"/>
                </a:lnTo>
                <a:lnTo>
                  <a:pt x="11707367" y="2572622"/>
                </a:lnTo>
                <a:lnTo>
                  <a:pt x="0" y="2572622"/>
                </a:lnTo>
                <a:close/>
              </a:path>
            </a:pathLst>
          </a:custGeom>
          <a:solidFill>
            <a:srgbClr val="595959">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E36F539C-5B23-0C03-1904-98EB594A4856}"/>
              </a:ext>
            </a:extLst>
          </p:cNvPr>
          <p:cNvSpPr>
            <a:spLocks noGrp="1"/>
          </p:cNvSpPr>
          <p:nvPr>
            <p:ph type="title"/>
          </p:nvPr>
        </p:nvSpPr>
        <p:spPr>
          <a:xfrm>
            <a:off x="1063691" y="4049486"/>
            <a:ext cx="4825480" cy="1883228"/>
          </a:xfrm>
        </p:spPr>
        <p:txBody>
          <a:bodyPr anchor="ctr">
            <a:normAutofit/>
          </a:bodyPr>
          <a:lstStyle/>
          <a:p>
            <a:r>
              <a:rPr lang="en-US">
                <a:solidFill>
                  <a:srgbClr val="FFFFFF"/>
                </a:solidFill>
              </a:rPr>
              <a:t>Wireframe</a:t>
            </a:r>
          </a:p>
        </p:txBody>
      </p:sp>
      <p:pic>
        <p:nvPicPr>
          <p:cNvPr id="4" name="Picture 4" descr="Graphical user interface, application&#10;&#10;Description automatically generated">
            <a:extLst>
              <a:ext uri="{FF2B5EF4-FFF2-40B4-BE49-F238E27FC236}">
                <a16:creationId xmlns:a16="http://schemas.microsoft.com/office/drawing/2014/main" id="{7041B8C7-33C9-5378-ED9F-5DB8B132F31D}"/>
              </a:ext>
            </a:extLst>
          </p:cNvPr>
          <p:cNvPicPr>
            <a:picLocks noChangeAspect="1"/>
          </p:cNvPicPr>
          <p:nvPr/>
        </p:nvPicPr>
        <p:blipFill>
          <a:blip r:embed="rId3"/>
          <a:stretch>
            <a:fillRect/>
          </a:stretch>
        </p:blipFill>
        <p:spPr>
          <a:xfrm>
            <a:off x="584479" y="460820"/>
            <a:ext cx="1322711" cy="28754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6" name="Picture 6" descr="Graphical user interface, application&#10;&#10;Description automatically generated">
            <a:extLst>
              <a:ext uri="{FF2B5EF4-FFF2-40B4-BE49-F238E27FC236}">
                <a16:creationId xmlns:a16="http://schemas.microsoft.com/office/drawing/2014/main" id="{597AC1AB-D0F7-1D7D-B514-6B87D205EE01}"/>
              </a:ext>
            </a:extLst>
          </p:cNvPr>
          <p:cNvPicPr>
            <a:picLocks noChangeAspect="1"/>
          </p:cNvPicPr>
          <p:nvPr/>
        </p:nvPicPr>
        <p:blipFill>
          <a:blip r:embed="rId4"/>
          <a:stretch>
            <a:fillRect/>
          </a:stretch>
        </p:blipFill>
        <p:spPr>
          <a:xfrm>
            <a:off x="3509372" y="460820"/>
            <a:ext cx="1329899" cy="28754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7" name="Picture 7" descr="Text, letter&#10;&#10;Description automatically generated">
            <a:extLst>
              <a:ext uri="{FF2B5EF4-FFF2-40B4-BE49-F238E27FC236}">
                <a16:creationId xmlns:a16="http://schemas.microsoft.com/office/drawing/2014/main" id="{F0D9EBDE-C30F-D6C9-AD80-D2567356A193}"/>
              </a:ext>
            </a:extLst>
          </p:cNvPr>
          <p:cNvPicPr>
            <a:picLocks noChangeAspect="1"/>
          </p:cNvPicPr>
          <p:nvPr/>
        </p:nvPicPr>
        <p:blipFill>
          <a:blip r:embed="rId5"/>
          <a:stretch>
            <a:fillRect/>
          </a:stretch>
        </p:blipFill>
        <p:spPr>
          <a:xfrm>
            <a:off x="7017688" y="457262"/>
            <a:ext cx="841072" cy="287546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3" name="Content Placeholder 2">
            <a:extLst>
              <a:ext uri="{FF2B5EF4-FFF2-40B4-BE49-F238E27FC236}">
                <a16:creationId xmlns:a16="http://schemas.microsoft.com/office/drawing/2014/main" id="{76865345-E92A-F283-70B8-BE860C356129}"/>
              </a:ext>
            </a:extLst>
          </p:cNvPr>
          <p:cNvSpPr>
            <a:spLocks noGrp="1"/>
          </p:cNvSpPr>
          <p:nvPr>
            <p:ph idx="1"/>
          </p:nvPr>
        </p:nvSpPr>
        <p:spPr>
          <a:xfrm>
            <a:off x="6338316" y="4049485"/>
            <a:ext cx="4846151" cy="1883229"/>
          </a:xfrm>
        </p:spPr>
        <p:txBody>
          <a:bodyPr>
            <a:normAutofit lnSpcReduction="10000"/>
          </a:bodyPr>
          <a:lstStyle/>
          <a:p>
            <a:r>
              <a:rPr lang="en-US">
                <a:solidFill>
                  <a:srgbClr val="FFFFFF"/>
                </a:solidFill>
              </a:rPr>
              <a:t>Task 1 : </a:t>
            </a:r>
            <a:r>
              <a:rPr lang="en-US" sz="1800">
                <a:solidFill>
                  <a:srgbClr val="FFFFFF"/>
                </a:solidFill>
              </a:rPr>
              <a:t>Looking for something to do in town</a:t>
            </a:r>
          </a:p>
          <a:p>
            <a:r>
              <a:rPr lang="en-US">
                <a:solidFill>
                  <a:srgbClr val="FFFFFF"/>
                </a:solidFill>
              </a:rPr>
              <a:t>Task 2 : Looking for resources to help moving into town</a:t>
            </a:r>
          </a:p>
          <a:p>
            <a:r>
              <a:rPr lang="en-US">
                <a:solidFill>
                  <a:srgbClr val="FFFFFF"/>
                </a:solidFill>
              </a:rPr>
              <a:t>Nonlocal users were tested during task -based test</a:t>
            </a:r>
          </a:p>
        </p:txBody>
      </p:sp>
      <p:pic>
        <p:nvPicPr>
          <p:cNvPr id="8" name="Picture 9" descr="Graphical user interface, application&#10;&#10;Description automatically generated">
            <a:extLst>
              <a:ext uri="{FF2B5EF4-FFF2-40B4-BE49-F238E27FC236}">
                <a16:creationId xmlns:a16="http://schemas.microsoft.com/office/drawing/2014/main" id="{A3C00AC4-E28B-88AD-77A8-DCE635EA4A9D}"/>
              </a:ext>
            </a:extLst>
          </p:cNvPr>
          <p:cNvPicPr>
            <a:picLocks noChangeAspect="1"/>
          </p:cNvPicPr>
          <p:nvPr/>
        </p:nvPicPr>
        <p:blipFill>
          <a:blip r:embed="rId6"/>
          <a:stretch>
            <a:fillRect/>
          </a:stretch>
        </p:blipFill>
        <p:spPr>
          <a:xfrm>
            <a:off x="9899416" y="461543"/>
            <a:ext cx="1333500" cy="287655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50967940"/>
      </p:ext>
    </p:extLst>
  </p:cSld>
  <p:clrMapOvr>
    <a:masterClrMapping/>
  </p:clrMapOvr>
  <p:extLst>
    <p:ext uri="{6950BFC3-D8DA-4A85-94F7-54DA5524770B}">
      <p188:commentRel xmlns:p188="http://schemas.microsoft.com/office/powerpoint/2018/8/main" r:id="rId2"/>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AF57-F842-39F2-EAAC-3B29841A64F0}"/>
              </a:ext>
            </a:extLst>
          </p:cNvPr>
          <p:cNvSpPr>
            <a:spLocks noGrp="1"/>
          </p:cNvSpPr>
          <p:nvPr>
            <p:ph type="title"/>
          </p:nvPr>
        </p:nvSpPr>
        <p:spPr/>
        <p:txBody>
          <a:bodyPr/>
          <a:lstStyle/>
          <a:p>
            <a:r>
              <a:rPr lang="en-US"/>
              <a:t>First click test</a:t>
            </a:r>
          </a:p>
        </p:txBody>
      </p:sp>
      <p:sp>
        <p:nvSpPr>
          <p:cNvPr id="4" name="Text Placeholder 3">
            <a:extLst>
              <a:ext uri="{FF2B5EF4-FFF2-40B4-BE49-F238E27FC236}">
                <a16:creationId xmlns:a16="http://schemas.microsoft.com/office/drawing/2014/main" id="{22F2D0EF-B26A-4C41-CECE-4468D956D7FD}"/>
              </a:ext>
            </a:extLst>
          </p:cNvPr>
          <p:cNvSpPr>
            <a:spLocks noGrp="1"/>
          </p:cNvSpPr>
          <p:nvPr>
            <p:ph type="body" sz="half" idx="2"/>
          </p:nvPr>
        </p:nvSpPr>
        <p:spPr/>
        <p:txBody>
          <a:bodyPr/>
          <a:lstStyle/>
          <a:p>
            <a:pPr marL="171450" indent="-171450">
              <a:buFont typeface="Arial" charset="2"/>
              <a:buChar char="•"/>
            </a:pPr>
            <a:r>
              <a:rPr lang="en-US" sz="1800"/>
              <a:t>Number of Participants: 5, all completed the study</a:t>
            </a:r>
          </a:p>
          <a:p>
            <a:pPr marL="171450" indent="-171450">
              <a:buFont typeface="Arial" charset="2"/>
              <a:buChar char="•"/>
            </a:pPr>
            <a:r>
              <a:rPr lang="en-US" sz="1800"/>
              <a:t>Questionnaire results: All participants who answered yes to having heard of Rouyn-Noranda have said they’ve visited the town.</a:t>
            </a:r>
          </a:p>
          <a:p>
            <a:pPr marL="171450" indent="-171450">
              <a:buFont typeface="Arial" charset="2"/>
              <a:buChar char="•"/>
            </a:pPr>
            <a:endParaRPr lang="en-US"/>
          </a:p>
          <a:p>
            <a:pPr marL="171450" indent="-171450">
              <a:buFont typeface="Arial" charset="2"/>
              <a:buChar char="•"/>
            </a:pPr>
            <a:endParaRPr lang="en-US"/>
          </a:p>
        </p:txBody>
      </p:sp>
      <p:pic>
        <p:nvPicPr>
          <p:cNvPr id="9" name="Picture 9" descr="Graphical user interface, text, application, email&#10;&#10;Description automatically generated">
            <a:extLst>
              <a:ext uri="{FF2B5EF4-FFF2-40B4-BE49-F238E27FC236}">
                <a16:creationId xmlns:a16="http://schemas.microsoft.com/office/drawing/2014/main" id="{D9F49E38-DB11-A964-0712-D62E44A45B4A}"/>
              </a:ext>
            </a:extLst>
          </p:cNvPr>
          <p:cNvPicPr>
            <a:picLocks noChangeAspect="1"/>
          </p:cNvPicPr>
          <p:nvPr/>
        </p:nvPicPr>
        <p:blipFill>
          <a:blip r:embed="rId3"/>
          <a:stretch>
            <a:fillRect/>
          </a:stretch>
        </p:blipFill>
        <p:spPr>
          <a:xfrm>
            <a:off x="6338669" y="725528"/>
            <a:ext cx="5341814" cy="5025943"/>
          </a:xfrm>
          <a:prstGeom prst="rect">
            <a:avLst/>
          </a:prstGeom>
        </p:spPr>
      </p:pic>
    </p:spTree>
    <p:extLst>
      <p:ext uri="{BB962C8B-B14F-4D97-AF65-F5344CB8AC3E}">
        <p14:creationId xmlns:p14="http://schemas.microsoft.com/office/powerpoint/2010/main" val="390143757"/>
      </p:ext>
    </p:extLst>
  </p:cSld>
  <p:clrMapOvr>
    <a:masterClrMapping/>
  </p:clrMapOvr>
  <p:extLst>
    <p:ext uri="{6950BFC3-D8DA-4A85-94F7-54DA5524770B}">
      <p188:commentRel xmlns:p188="http://schemas.microsoft.com/office/powerpoint/2018/8/main" r:id="rId2"/>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CE25-F966-2053-0D1A-95093EBCD903}"/>
              </a:ext>
            </a:extLst>
          </p:cNvPr>
          <p:cNvSpPr>
            <a:spLocks noGrp="1"/>
          </p:cNvSpPr>
          <p:nvPr>
            <p:ph type="title"/>
          </p:nvPr>
        </p:nvSpPr>
        <p:spPr>
          <a:xfrm>
            <a:off x="306728" y="727522"/>
            <a:ext cx="4852988" cy="1617163"/>
          </a:xfrm>
        </p:spPr>
        <p:txBody>
          <a:bodyPr/>
          <a:lstStyle/>
          <a:p>
            <a:r>
              <a:rPr lang="en-US"/>
              <a:t>What we learned from First-Click Testing</a:t>
            </a:r>
          </a:p>
        </p:txBody>
      </p:sp>
      <p:sp>
        <p:nvSpPr>
          <p:cNvPr id="4" name="Text Placeholder 3">
            <a:extLst>
              <a:ext uri="{FF2B5EF4-FFF2-40B4-BE49-F238E27FC236}">
                <a16:creationId xmlns:a16="http://schemas.microsoft.com/office/drawing/2014/main" id="{6803EA76-F38A-93E0-A378-D3B3575A91D8}"/>
              </a:ext>
            </a:extLst>
          </p:cNvPr>
          <p:cNvSpPr>
            <a:spLocks noGrp="1"/>
          </p:cNvSpPr>
          <p:nvPr>
            <p:ph type="body" sz="half" idx="2"/>
          </p:nvPr>
        </p:nvSpPr>
        <p:spPr>
          <a:xfrm>
            <a:off x="306728" y="2344684"/>
            <a:ext cx="4852988" cy="3516365"/>
          </a:xfrm>
        </p:spPr>
        <p:txBody>
          <a:bodyPr/>
          <a:lstStyle/>
          <a:p>
            <a:pPr marL="171450" indent="-171450">
              <a:buFont typeface="Arial" charset="2"/>
              <a:buChar char="•"/>
            </a:pPr>
            <a:r>
              <a:rPr lang="en-US" sz="1400"/>
              <a:t>In general,  participants clicked where we expected, but mainly with the tasks that offer multiple options.</a:t>
            </a:r>
          </a:p>
          <a:p>
            <a:pPr marL="628650" lvl="1" indent="-171450">
              <a:buFont typeface="Arial" charset="2"/>
              <a:buChar char="•"/>
            </a:pPr>
            <a:r>
              <a:rPr lang="en-US" sz="1400"/>
              <a:t>Task: Looking for something to do</a:t>
            </a:r>
          </a:p>
          <a:p>
            <a:pPr marL="628650" lvl="1" indent="-171450">
              <a:buFont typeface="Arial" charset="2"/>
              <a:buChar char="•"/>
            </a:pPr>
            <a:r>
              <a:rPr lang="en-US" sz="1400"/>
              <a:t>Task: Finding a job in town</a:t>
            </a:r>
          </a:p>
          <a:p>
            <a:pPr marL="171450" indent="-171450">
              <a:buFont typeface="Arial" charset="2"/>
              <a:buChar char="•"/>
            </a:pPr>
            <a:r>
              <a:rPr lang="en-US" sz="1400"/>
              <a:t>Task with large failure rate: Finding info to help for new residents or to move to town</a:t>
            </a:r>
          </a:p>
          <a:p>
            <a:pPr marL="628650" lvl="1" indent="-171450">
              <a:buFont typeface="Arial" charset="2"/>
              <a:buChar char="•"/>
            </a:pPr>
            <a:r>
              <a:rPr lang="en-US" sz="1400"/>
              <a:t>Smaller correct area</a:t>
            </a:r>
          </a:p>
          <a:p>
            <a:pPr marL="628650" lvl="1" indent="-171450">
              <a:buFont typeface="Arial" charset="2"/>
              <a:buChar char="•"/>
            </a:pPr>
            <a:r>
              <a:rPr lang="en-US" sz="1400"/>
              <a:t>Only one possible "correct" option</a:t>
            </a:r>
          </a:p>
          <a:p>
            <a:pPr marL="628650" lvl="1" indent="-171450">
              <a:buFont typeface="Arial" charset="2"/>
              <a:buChar char="•"/>
            </a:pPr>
            <a:r>
              <a:rPr lang="en-US" sz="1400"/>
              <a:t>Vague task to user</a:t>
            </a:r>
          </a:p>
        </p:txBody>
      </p:sp>
      <p:pic>
        <p:nvPicPr>
          <p:cNvPr id="3" name="Picture 4" descr="A picture containing chart&#10;&#10;Description automatically generated">
            <a:extLst>
              <a:ext uri="{FF2B5EF4-FFF2-40B4-BE49-F238E27FC236}">
                <a16:creationId xmlns:a16="http://schemas.microsoft.com/office/drawing/2014/main" id="{2A2C139D-6A98-1C37-7559-C76CD79D533A}"/>
              </a:ext>
            </a:extLst>
          </p:cNvPr>
          <p:cNvPicPr>
            <a:picLocks noChangeAspect="1"/>
          </p:cNvPicPr>
          <p:nvPr/>
        </p:nvPicPr>
        <p:blipFill>
          <a:blip r:embed="rId2"/>
          <a:stretch>
            <a:fillRect/>
          </a:stretch>
        </p:blipFill>
        <p:spPr>
          <a:xfrm>
            <a:off x="5076094" y="1846540"/>
            <a:ext cx="6816968" cy="2920689"/>
          </a:xfrm>
          <a:prstGeom prst="rect">
            <a:avLst/>
          </a:prstGeom>
        </p:spPr>
      </p:pic>
    </p:spTree>
    <p:extLst>
      <p:ext uri="{BB962C8B-B14F-4D97-AF65-F5344CB8AC3E}">
        <p14:creationId xmlns:p14="http://schemas.microsoft.com/office/powerpoint/2010/main" val="37792672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9" name="Rectangle 10">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559474-7202-58D3-FEE0-95BB3C8BA103}"/>
              </a:ext>
            </a:extLst>
          </p:cNvPr>
          <p:cNvSpPr>
            <a:spLocks noGrp="1"/>
          </p:cNvSpPr>
          <p:nvPr>
            <p:ph type="title"/>
          </p:nvPr>
        </p:nvSpPr>
        <p:spPr>
          <a:xfrm>
            <a:off x="810001" y="447188"/>
            <a:ext cx="3413084" cy="1559412"/>
          </a:xfrm>
        </p:spPr>
        <p:txBody>
          <a:bodyPr>
            <a:normAutofit/>
          </a:bodyPr>
          <a:lstStyle/>
          <a:p>
            <a:r>
              <a:rPr lang="en-US" sz="3200"/>
              <a:t>Site Map v1</a:t>
            </a:r>
          </a:p>
        </p:txBody>
      </p:sp>
      <p:sp>
        <p:nvSpPr>
          <p:cNvPr id="21" name="Content Placeholder 7">
            <a:extLst>
              <a:ext uri="{FF2B5EF4-FFF2-40B4-BE49-F238E27FC236}">
                <a16:creationId xmlns:a16="http://schemas.microsoft.com/office/drawing/2014/main" id="{EA3E5CCB-4BD0-5CFF-C9E7-62D41786864B}"/>
              </a:ext>
            </a:extLst>
          </p:cNvPr>
          <p:cNvSpPr>
            <a:spLocks noGrp="1"/>
          </p:cNvSpPr>
          <p:nvPr>
            <p:ph idx="1"/>
          </p:nvPr>
        </p:nvSpPr>
        <p:spPr>
          <a:xfrm>
            <a:off x="818713" y="2413000"/>
            <a:ext cx="3404372" cy="3632200"/>
          </a:xfrm>
        </p:spPr>
        <p:txBody>
          <a:bodyPr>
            <a:normAutofit/>
          </a:bodyPr>
          <a:lstStyle/>
          <a:p>
            <a:pPr marL="0" indent="0">
              <a:buNone/>
            </a:pPr>
            <a:r>
              <a:rPr lang="en-US" sz="1600"/>
              <a:t>Draft Version</a:t>
            </a:r>
            <a:endParaRPr lang="en-US"/>
          </a:p>
          <a:p>
            <a:r>
              <a:rPr lang="en-US" sz="1600"/>
              <a:t>The naming of the cards from the second card sort came over to this version of the site map.</a:t>
            </a:r>
          </a:p>
          <a:p>
            <a:r>
              <a:rPr lang="en-US" sz="1600"/>
              <a:t>This proposed site map helps funnel content into different levels of subcategories to narrow down certain topics.</a:t>
            </a:r>
          </a:p>
        </p:txBody>
      </p:sp>
      <p:sp>
        <p:nvSpPr>
          <p:cNvPr id="22"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4" descr="Diagram, schematic&#10;&#10;Description automatically generated">
            <a:extLst>
              <a:ext uri="{FF2B5EF4-FFF2-40B4-BE49-F238E27FC236}">
                <a16:creationId xmlns:a16="http://schemas.microsoft.com/office/drawing/2014/main" id="{C1F963D7-9CE2-B1C6-9882-1367B7B66353}"/>
              </a:ext>
            </a:extLst>
          </p:cNvPr>
          <p:cNvPicPr>
            <a:picLocks noChangeAspect="1"/>
          </p:cNvPicPr>
          <p:nvPr/>
        </p:nvPicPr>
        <p:blipFill>
          <a:blip r:embed="rId2"/>
          <a:stretch>
            <a:fillRect/>
          </a:stretch>
        </p:blipFill>
        <p:spPr>
          <a:xfrm>
            <a:off x="6443785" y="1103166"/>
            <a:ext cx="3954584" cy="4651667"/>
          </a:xfrm>
          <a:prstGeom prst="rect">
            <a:avLst/>
          </a:prstGeom>
        </p:spPr>
      </p:pic>
    </p:spTree>
    <p:extLst>
      <p:ext uri="{BB962C8B-B14F-4D97-AF65-F5344CB8AC3E}">
        <p14:creationId xmlns:p14="http://schemas.microsoft.com/office/powerpoint/2010/main" val="4270914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7" name="Rectangle 26">
            <a:extLst>
              <a:ext uri="{FF2B5EF4-FFF2-40B4-BE49-F238E27FC236}">
                <a16:creationId xmlns:a16="http://schemas.microsoft.com/office/drawing/2014/main" id="{3F7D26C8-96ED-46E3-BD94-C1608C54C3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3">
            <a:extLst>
              <a:ext uri="{FF2B5EF4-FFF2-40B4-BE49-F238E27FC236}">
                <a16:creationId xmlns:a16="http://schemas.microsoft.com/office/drawing/2014/main" id="{13EEA0A9-F720-41ED-8EBA-2A10A664FD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559474-7202-58D3-FEE0-95BB3C8BA103}"/>
              </a:ext>
            </a:extLst>
          </p:cNvPr>
          <p:cNvSpPr>
            <a:spLocks noGrp="1"/>
          </p:cNvSpPr>
          <p:nvPr>
            <p:ph type="title"/>
          </p:nvPr>
        </p:nvSpPr>
        <p:spPr>
          <a:xfrm>
            <a:off x="810001" y="447188"/>
            <a:ext cx="3413084" cy="1559412"/>
          </a:xfrm>
        </p:spPr>
        <p:txBody>
          <a:bodyPr>
            <a:normAutofit/>
          </a:bodyPr>
          <a:lstStyle/>
          <a:p>
            <a:r>
              <a:rPr lang="en-US" sz="3200"/>
              <a:t>Site Map v2</a:t>
            </a:r>
          </a:p>
        </p:txBody>
      </p:sp>
      <p:sp>
        <p:nvSpPr>
          <p:cNvPr id="21" name="Content Placeholder 7">
            <a:extLst>
              <a:ext uri="{FF2B5EF4-FFF2-40B4-BE49-F238E27FC236}">
                <a16:creationId xmlns:a16="http://schemas.microsoft.com/office/drawing/2014/main" id="{EA3E5CCB-4BD0-5CFF-C9E7-62D41786864B}"/>
              </a:ext>
            </a:extLst>
          </p:cNvPr>
          <p:cNvSpPr>
            <a:spLocks noGrp="1"/>
          </p:cNvSpPr>
          <p:nvPr>
            <p:ph idx="1"/>
          </p:nvPr>
        </p:nvSpPr>
        <p:spPr>
          <a:xfrm>
            <a:off x="818713" y="2413000"/>
            <a:ext cx="3404372" cy="3632200"/>
          </a:xfrm>
        </p:spPr>
        <p:txBody>
          <a:bodyPr>
            <a:normAutofit/>
          </a:bodyPr>
          <a:lstStyle/>
          <a:p>
            <a:pPr marL="0" indent="0">
              <a:buNone/>
            </a:pPr>
            <a:r>
              <a:rPr lang="en-US" sz="1600"/>
              <a:t>Final version</a:t>
            </a:r>
          </a:p>
          <a:p>
            <a:r>
              <a:rPr lang="en-US" sz="1600"/>
              <a:t>Several categories had to be renamed. A big one was "Helpful Resources" had to be renamed to "Programs".</a:t>
            </a:r>
          </a:p>
          <a:p>
            <a:r>
              <a:rPr lang="en-US" sz="1600"/>
              <a:t>More content like brochures and external links were added to show the full extent of what exists on the website.</a:t>
            </a:r>
          </a:p>
        </p:txBody>
      </p:sp>
      <p:sp>
        <p:nvSpPr>
          <p:cNvPr id="31" name="Rounded Rectangle 17">
            <a:extLst>
              <a:ext uri="{FF2B5EF4-FFF2-40B4-BE49-F238E27FC236}">
                <a16:creationId xmlns:a16="http://schemas.microsoft.com/office/drawing/2014/main" id="{03B27569-6089-4DC0-93E0-F3F6E1E93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78945" y="958640"/>
            <a:ext cx="6269591"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5" descr="Graphical user interface, application, Word&#10;&#10;Description automatically generated">
            <a:extLst>
              <a:ext uri="{FF2B5EF4-FFF2-40B4-BE49-F238E27FC236}">
                <a16:creationId xmlns:a16="http://schemas.microsoft.com/office/drawing/2014/main" id="{D97EA495-C6B9-E01E-7724-8773C59BB6D8}"/>
              </a:ext>
            </a:extLst>
          </p:cNvPr>
          <p:cNvPicPr>
            <a:picLocks noChangeAspect="1"/>
          </p:cNvPicPr>
          <p:nvPr/>
        </p:nvPicPr>
        <p:blipFill>
          <a:blip r:embed="rId2"/>
          <a:stretch>
            <a:fillRect/>
          </a:stretch>
        </p:blipFill>
        <p:spPr>
          <a:xfrm>
            <a:off x="4636478" y="451481"/>
            <a:ext cx="7559428" cy="5984344"/>
          </a:xfrm>
          <a:prstGeom prst="rect">
            <a:avLst/>
          </a:prstGeom>
        </p:spPr>
      </p:pic>
    </p:spTree>
    <p:extLst>
      <p:ext uri="{BB962C8B-B14F-4D97-AF65-F5344CB8AC3E}">
        <p14:creationId xmlns:p14="http://schemas.microsoft.com/office/powerpoint/2010/main" val="24565225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7263-9FEB-EBA5-7B9F-BB89C8CA3EAD}"/>
              </a:ext>
            </a:extLst>
          </p:cNvPr>
          <p:cNvSpPr>
            <a:spLocks noGrp="1"/>
          </p:cNvSpPr>
          <p:nvPr>
            <p:ph type="title"/>
          </p:nvPr>
        </p:nvSpPr>
        <p:spPr/>
        <p:txBody>
          <a:bodyPr/>
          <a:lstStyle/>
          <a:p>
            <a:r>
              <a:rPr lang="en-US"/>
              <a:t>Comparing Navigations: Old</a:t>
            </a:r>
          </a:p>
        </p:txBody>
      </p:sp>
      <p:sp>
        <p:nvSpPr>
          <p:cNvPr id="4" name="Text Placeholder 3">
            <a:extLst>
              <a:ext uri="{FF2B5EF4-FFF2-40B4-BE49-F238E27FC236}">
                <a16:creationId xmlns:a16="http://schemas.microsoft.com/office/drawing/2014/main" id="{BC2BF9C7-419E-D183-F522-A754323E22CC}"/>
              </a:ext>
            </a:extLst>
          </p:cNvPr>
          <p:cNvSpPr>
            <a:spLocks noGrp="1"/>
          </p:cNvSpPr>
          <p:nvPr>
            <p:ph type="body" idx="1"/>
          </p:nvPr>
        </p:nvSpPr>
        <p:spPr>
          <a:xfrm>
            <a:off x="814728" y="2286635"/>
            <a:ext cx="5189857" cy="576262"/>
          </a:xfrm>
        </p:spPr>
        <p:txBody>
          <a:bodyPr/>
          <a:lstStyle/>
          <a:p>
            <a:r>
              <a:rPr lang="en-US"/>
              <a:t>Existing</a:t>
            </a:r>
          </a:p>
        </p:txBody>
      </p:sp>
      <p:sp>
        <p:nvSpPr>
          <p:cNvPr id="3" name="Content Placeholder 2">
            <a:extLst>
              <a:ext uri="{FF2B5EF4-FFF2-40B4-BE49-F238E27FC236}">
                <a16:creationId xmlns:a16="http://schemas.microsoft.com/office/drawing/2014/main" id="{187A63FB-8401-B3A4-CE0D-C7EF989748D9}"/>
              </a:ext>
            </a:extLst>
          </p:cNvPr>
          <p:cNvSpPr>
            <a:spLocks noGrp="1"/>
          </p:cNvSpPr>
          <p:nvPr>
            <p:ph sz="half" idx="2"/>
          </p:nvPr>
        </p:nvSpPr>
        <p:spPr>
          <a:xfrm>
            <a:off x="814729" y="2984818"/>
            <a:ext cx="5189856" cy="3109913"/>
          </a:xfrm>
        </p:spPr>
        <p:txBody>
          <a:bodyPr>
            <a:normAutofit fontScale="92500" lnSpcReduction="20000"/>
          </a:bodyPr>
          <a:lstStyle/>
          <a:p>
            <a:r>
              <a:rPr lang="en-US"/>
              <a:t>Too much information crammed into one screen when the user clicks on category in the main navigation's desktop format. In mobile, the information is funneled through several layers of drop-down menus.</a:t>
            </a:r>
          </a:p>
          <a:p>
            <a:r>
              <a:rPr lang="en-US"/>
              <a:t>Some specific pages don't appear to fit under their existing category from a user perspective.</a:t>
            </a:r>
          </a:p>
          <a:p>
            <a:r>
              <a:rPr lang="en-US"/>
              <a:t>A card next to the navigational categories isn't obvious as to what its purpose there is supposed to be (in the desktop version). It does not exist in mobile format</a:t>
            </a:r>
          </a:p>
        </p:txBody>
      </p:sp>
      <p:pic>
        <p:nvPicPr>
          <p:cNvPr id="11" name="Picture 11" descr="Graphical user interface, application&#10;&#10;Description automatically generated">
            <a:extLst>
              <a:ext uri="{FF2B5EF4-FFF2-40B4-BE49-F238E27FC236}">
                <a16:creationId xmlns:a16="http://schemas.microsoft.com/office/drawing/2014/main" id="{D7945563-9E0D-9ACC-E9FE-8829A8F2C88A}"/>
              </a:ext>
            </a:extLst>
          </p:cNvPr>
          <p:cNvPicPr>
            <a:picLocks noGrp="1" noChangeAspect="1"/>
          </p:cNvPicPr>
          <p:nvPr>
            <p:ph sz="quarter" idx="4"/>
          </p:nvPr>
        </p:nvPicPr>
        <p:blipFill>
          <a:blip r:embed="rId2"/>
          <a:stretch>
            <a:fillRect/>
          </a:stretch>
        </p:blipFill>
        <p:spPr>
          <a:xfrm>
            <a:off x="7515697" y="2080578"/>
            <a:ext cx="2609139" cy="4593273"/>
          </a:xfrm>
        </p:spPr>
      </p:pic>
    </p:spTree>
    <p:extLst>
      <p:ext uri="{BB962C8B-B14F-4D97-AF65-F5344CB8AC3E}">
        <p14:creationId xmlns:p14="http://schemas.microsoft.com/office/powerpoint/2010/main" val="425284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C7263-9FEB-EBA5-7B9F-BB89C8CA3EAD}"/>
              </a:ext>
            </a:extLst>
          </p:cNvPr>
          <p:cNvSpPr>
            <a:spLocks noGrp="1"/>
          </p:cNvSpPr>
          <p:nvPr>
            <p:ph type="title"/>
          </p:nvPr>
        </p:nvSpPr>
        <p:spPr/>
        <p:txBody>
          <a:bodyPr/>
          <a:lstStyle/>
          <a:p>
            <a:r>
              <a:rPr lang="en-US"/>
              <a:t>Comparing Navigations: New</a:t>
            </a:r>
          </a:p>
        </p:txBody>
      </p:sp>
      <p:sp>
        <p:nvSpPr>
          <p:cNvPr id="5" name="Text Placeholder 4">
            <a:extLst>
              <a:ext uri="{FF2B5EF4-FFF2-40B4-BE49-F238E27FC236}">
                <a16:creationId xmlns:a16="http://schemas.microsoft.com/office/drawing/2014/main" id="{DE33D4DD-9F5B-EB3C-5EF2-C92EBD1B6165}"/>
              </a:ext>
            </a:extLst>
          </p:cNvPr>
          <p:cNvSpPr>
            <a:spLocks noGrp="1"/>
          </p:cNvSpPr>
          <p:nvPr>
            <p:ph type="body" sz="quarter" idx="3"/>
          </p:nvPr>
        </p:nvSpPr>
        <p:spPr>
          <a:xfrm>
            <a:off x="6187415" y="2286635"/>
            <a:ext cx="5194583" cy="576262"/>
          </a:xfrm>
        </p:spPr>
        <p:txBody>
          <a:bodyPr/>
          <a:lstStyle/>
          <a:p>
            <a:r>
              <a:rPr lang="en-US"/>
              <a:t>New</a:t>
            </a:r>
          </a:p>
        </p:txBody>
      </p:sp>
      <p:sp>
        <p:nvSpPr>
          <p:cNvPr id="6" name="Content Placeholder 5">
            <a:extLst>
              <a:ext uri="{FF2B5EF4-FFF2-40B4-BE49-F238E27FC236}">
                <a16:creationId xmlns:a16="http://schemas.microsoft.com/office/drawing/2014/main" id="{09863F9B-4537-9DFB-8FC7-62B61BF16F3D}"/>
              </a:ext>
            </a:extLst>
          </p:cNvPr>
          <p:cNvSpPr>
            <a:spLocks noGrp="1"/>
          </p:cNvSpPr>
          <p:nvPr>
            <p:ph sz="quarter" idx="4"/>
          </p:nvPr>
        </p:nvSpPr>
        <p:spPr>
          <a:xfrm>
            <a:off x="6187415" y="2984818"/>
            <a:ext cx="5194583" cy="3109913"/>
          </a:xfrm>
        </p:spPr>
        <p:txBody>
          <a:bodyPr>
            <a:normAutofit/>
          </a:bodyPr>
          <a:lstStyle/>
          <a:p>
            <a:r>
              <a:rPr lang="en-US"/>
              <a:t>The information is organized onto different levels to funnel through topics more efficiently.</a:t>
            </a:r>
          </a:p>
          <a:p>
            <a:r>
              <a:rPr lang="en-US"/>
              <a:t>The pages have been reorganized into topics that will logically fit better and convey more clearly to users. This will make finding more specific topics an easier experience for users.</a:t>
            </a:r>
          </a:p>
        </p:txBody>
      </p:sp>
      <p:pic>
        <p:nvPicPr>
          <p:cNvPr id="11" name="Picture 11" descr="Graphical user interface, text, application, email&#10;&#10;Description automatically generated">
            <a:extLst>
              <a:ext uri="{FF2B5EF4-FFF2-40B4-BE49-F238E27FC236}">
                <a16:creationId xmlns:a16="http://schemas.microsoft.com/office/drawing/2014/main" id="{7CB5ACA1-EFBB-2919-B37E-37B2D7352C0A}"/>
              </a:ext>
            </a:extLst>
          </p:cNvPr>
          <p:cNvPicPr>
            <a:picLocks noGrp="1" noChangeAspect="1"/>
          </p:cNvPicPr>
          <p:nvPr>
            <p:ph sz="half" idx="2"/>
          </p:nvPr>
        </p:nvPicPr>
        <p:blipFill>
          <a:blip r:embed="rId2"/>
          <a:stretch>
            <a:fillRect/>
          </a:stretch>
        </p:blipFill>
        <p:spPr>
          <a:xfrm>
            <a:off x="1451640" y="2283778"/>
            <a:ext cx="2005954" cy="4339273"/>
          </a:xfrm>
        </p:spPr>
      </p:pic>
    </p:spTree>
    <p:extLst>
      <p:ext uri="{BB962C8B-B14F-4D97-AF65-F5344CB8AC3E}">
        <p14:creationId xmlns:p14="http://schemas.microsoft.com/office/powerpoint/2010/main" val="3795851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14">
            <a:extLst>
              <a:ext uri="{FF2B5EF4-FFF2-40B4-BE49-F238E27FC236}">
                <a16:creationId xmlns:a16="http://schemas.microsoft.com/office/drawing/2014/main" id="{0EA0C3AC-2A72-484B-B07D-F2CC519F1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6">
            <a:extLst>
              <a:ext uri="{FF2B5EF4-FFF2-40B4-BE49-F238E27FC236}">
                <a16:creationId xmlns:a16="http://schemas.microsoft.com/office/drawing/2014/main" id="{986477EF-3991-4D07-9F11-9E887C340C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0" y="4672012"/>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AD63169D-49B6-5B3C-C191-45930136F60F}"/>
              </a:ext>
            </a:extLst>
          </p:cNvPr>
          <p:cNvSpPr>
            <a:spLocks noGrp="1"/>
          </p:cNvSpPr>
          <p:nvPr>
            <p:ph type="title"/>
          </p:nvPr>
        </p:nvSpPr>
        <p:spPr>
          <a:xfrm>
            <a:off x="810000" y="5154307"/>
            <a:ext cx="10571998" cy="970450"/>
          </a:xfrm>
        </p:spPr>
        <p:txBody>
          <a:bodyPr>
            <a:normAutofit/>
          </a:bodyPr>
          <a:lstStyle/>
          <a:p>
            <a:r>
              <a:rPr lang="en-US"/>
              <a:t>Retrospective</a:t>
            </a:r>
          </a:p>
        </p:txBody>
      </p:sp>
      <p:pic>
        <p:nvPicPr>
          <p:cNvPr id="4" name="Graphic 4" descr="Idea with solid fill">
            <a:extLst>
              <a:ext uri="{FF2B5EF4-FFF2-40B4-BE49-F238E27FC236}">
                <a16:creationId xmlns:a16="http://schemas.microsoft.com/office/drawing/2014/main" id="{73669336-EC93-7A5E-43C4-B62BA886256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0000" y="1009293"/>
            <a:ext cx="3236706" cy="3236706"/>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9BDC08AD-B9AE-2799-7EF7-789E059BA94F}"/>
              </a:ext>
            </a:extLst>
          </p:cNvPr>
          <p:cNvSpPr>
            <a:spLocks noGrp="1"/>
          </p:cNvSpPr>
          <p:nvPr>
            <p:ph idx="1"/>
          </p:nvPr>
        </p:nvSpPr>
        <p:spPr>
          <a:xfrm>
            <a:off x="4405192" y="810001"/>
            <a:ext cx="6968094" cy="3580281"/>
          </a:xfrm>
          <a:effectLst/>
        </p:spPr>
        <p:txBody>
          <a:bodyPr>
            <a:normAutofit/>
          </a:bodyPr>
          <a:lstStyle/>
          <a:p>
            <a:pPr>
              <a:lnSpc>
                <a:spcPct val="90000"/>
              </a:lnSpc>
            </a:pPr>
            <a:r>
              <a:rPr lang="en-US" sz="1100" b="1"/>
              <a:t>What we did and learned</a:t>
            </a:r>
          </a:p>
          <a:p>
            <a:pPr lvl="1">
              <a:lnSpc>
                <a:spcPct val="90000"/>
              </a:lnSpc>
            </a:pPr>
            <a:r>
              <a:rPr lang="en-US" sz="1100"/>
              <a:t>A good naming convention matters, which made designating card content meticulous and difficult. This proves difficult when the group members charged with this project speak more than one language.</a:t>
            </a:r>
          </a:p>
          <a:p>
            <a:pPr lvl="1">
              <a:lnSpc>
                <a:spcPct val="90000"/>
              </a:lnSpc>
            </a:pPr>
            <a:r>
              <a:rPr lang="en-US" sz="1100"/>
              <a:t>Our group members both had trouble with wording when it came to designing tasks, so the margin of error in the first click test (for example) may have been vague in one task.</a:t>
            </a:r>
          </a:p>
          <a:p>
            <a:pPr lvl="1">
              <a:lnSpc>
                <a:spcPct val="90000"/>
              </a:lnSpc>
            </a:pPr>
            <a:r>
              <a:rPr lang="en-US" sz="1100"/>
              <a:t>With nearly 11 weeks for the project, it was hard to see if the data we were getting was enough.</a:t>
            </a:r>
          </a:p>
          <a:p>
            <a:pPr>
              <a:lnSpc>
                <a:spcPct val="90000"/>
              </a:lnSpc>
            </a:pPr>
            <a:r>
              <a:rPr lang="en-US" sz="1100" b="1"/>
              <a:t>What we would have changed</a:t>
            </a:r>
          </a:p>
          <a:p>
            <a:pPr lvl="1">
              <a:lnSpc>
                <a:spcPct val="90000"/>
              </a:lnSpc>
            </a:pPr>
            <a:r>
              <a:rPr lang="en-US" sz="1100"/>
              <a:t>Spend more time naming the cards from the beginning would have prevented some disagreements during the user testing ( and save us work).</a:t>
            </a:r>
          </a:p>
          <a:p>
            <a:pPr lvl="1">
              <a:lnSpc>
                <a:spcPct val="90000"/>
              </a:lnSpc>
            </a:pPr>
            <a:r>
              <a:rPr lang="en-US" sz="1100"/>
              <a:t>Have another group member proofread more to make sure meaning is as clear as possible, due to some potential language troubles on our part.</a:t>
            </a:r>
          </a:p>
          <a:p>
            <a:pPr lvl="1">
              <a:lnSpc>
                <a:spcPct val="90000"/>
              </a:lnSpc>
            </a:pPr>
            <a:r>
              <a:rPr lang="en-US" sz="1100"/>
              <a:t>Plan out timeframe for testing more effectively, to make sure the user testing has a fair sample size while getting data that helps solve the objective problem.</a:t>
            </a:r>
          </a:p>
          <a:p>
            <a:pPr lvl="1">
              <a:lnSpc>
                <a:spcPct val="90000"/>
              </a:lnSpc>
            </a:pPr>
            <a:endParaRPr lang="en-US" sz="1100"/>
          </a:p>
          <a:p>
            <a:pPr>
              <a:lnSpc>
                <a:spcPct val="90000"/>
              </a:lnSpc>
            </a:pPr>
            <a:endParaRPr lang="en-US" sz="1100"/>
          </a:p>
        </p:txBody>
      </p:sp>
      <p:sp>
        <p:nvSpPr>
          <p:cNvPr id="27" name="Title 3">
            <a:extLst>
              <a:ext uri="{FF2B5EF4-FFF2-40B4-BE49-F238E27FC236}">
                <a16:creationId xmlns:a16="http://schemas.microsoft.com/office/drawing/2014/main" id="{EDA40B90-E281-4108-8CC2-959D5F95070A}"/>
              </a:ext>
              <a:ext uri="{C183D7F6-B498-43B3-948B-1728B52AA6E4}">
                <adec:decorative xmlns:adec="http://schemas.microsoft.com/office/drawing/2017/decorative" val="1"/>
              </a:ext>
            </a:extLst>
          </p:cNvPr>
          <p:cNvSpPr txBox="1">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0000" y="5154307"/>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a:solidFill>
                  <a:srgbClr val="FEFEFE"/>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a:solidFill>
                <a:srgbClr val="FFFFFF"/>
              </a:solidFill>
            </a:endParaRPr>
          </a:p>
        </p:txBody>
      </p:sp>
    </p:spTree>
    <p:extLst>
      <p:ext uri="{BB962C8B-B14F-4D97-AF65-F5344CB8AC3E}">
        <p14:creationId xmlns:p14="http://schemas.microsoft.com/office/powerpoint/2010/main" val="2041480433"/>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9E918-2B5C-E99A-162F-3D928EDC5A46}"/>
              </a:ext>
            </a:extLst>
          </p:cNvPr>
          <p:cNvSpPr>
            <a:spLocks noGrp="1"/>
          </p:cNvSpPr>
          <p:nvPr>
            <p:ph type="title"/>
          </p:nvPr>
        </p:nvSpPr>
        <p:spPr/>
        <p:txBody>
          <a:bodyPr/>
          <a:lstStyle/>
          <a:p>
            <a:r>
              <a:rPr lang="en-US"/>
              <a:t>Contributions</a:t>
            </a:r>
          </a:p>
        </p:txBody>
      </p:sp>
      <p:pic>
        <p:nvPicPr>
          <p:cNvPr id="4" name="Graphic 4" descr="Office worker female outline">
            <a:extLst>
              <a:ext uri="{FF2B5EF4-FFF2-40B4-BE49-F238E27FC236}">
                <a16:creationId xmlns:a16="http://schemas.microsoft.com/office/drawing/2014/main" id="{2313B3E8-1EFE-55AC-E265-78827705D047}"/>
              </a:ext>
            </a:extLst>
          </p:cNvPr>
          <p:cNvPicPr>
            <a:picLocks noGrp="1" noChangeAspect="1"/>
          </p:cNvPicPr>
          <p:nvPr>
            <p:ph sz="half" idx="1"/>
          </p:nvPr>
        </p:nvPicPr>
        <p:blipFill>
          <a:blip r:embed="rId2">
            <a:extLst>
              <a:ext uri="{96DAC541-7B7A-43D3-8B79-37D633B846F1}">
                <asvg:svgBlip xmlns:asvg="http://schemas.microsoft.com/office/drawing/2016/SVG/main" r:embed="rId3"/>
              </a:ext>
            </a:extLst>
          </a:blip>
          <a:stretch>
            <a:fillRect/>
          </a:stretch>
        </p:blipFill>
        <p:spPr>
          <a:xfrm>
            <a:off x="10046798" y="2285267"/>
            <a:ext cx="914400" cy="914400"/>
          </a:xfrm>
        </p:spPr>
      </p:pic>
      <p:sp>
        <p:nvSpPr>
          <p:cNvPr id="8" name="Content Placeholder 7">
            <a:extLst>
              <a:ext uri="{FF2B5EF4-FFF2-40B4-BE49-F238E27FC236}">
                <a16:creationId xmlns:a16="http://schemas.microsoft.com/office/drawing/2014/main" id="{E0D29528-B2EC-88CB-BB43-E55EBEA9D253}"/>
              </a:ext>
            </a:extLst>
          </p:cNvPr>
          <p:cNvSpPr>
            <a:spLocks noGrp="1"/>
          </p:cNvSpPr>
          <p:nvPr>
            <p:ph sz="half" idx="2"/>
          </p:nvPr>
        </p:nvSpPr>
        <p:spPr>
          <a:xfrm>
            <a:off x="618953" y="2290672"/>
            <a:ext cx="5194583" cy="3638764"/>
          </a:xfrm>
        </p:spPr>
        <p:txBody>
          <a:bodyPr/>
          <a:lstStyle/>
          <a:p>
            <a:r>
              <a:rPr lang="en-US"/>
              <a:t>Vi-Linh Nguyen</a:t>
            </a:r>
          </a:p>
          <a:p>
            <a:pPr lvl="1"/>
            <a:r>
              <a:rPr lang="en-US"/>
              <a:t>Drafted Project Proposal</a:t>
            </a:r>
          </a:p>
          <a:p>
            <a:pPr lvl="1"/>
            <a:r>
              <a:rPr lang="en-US"/>
              <a:t>Drafted/Edited Sitemap</a:t>
            </a:r>
          </a:p>
          <a:p>
            <a:pPr lvl="1"/>
            <a:r>
              <a:rPr lang="en-US"/>
              <a:t>Drafted wireframe screens</a:t>
            </a:r>
          </a:p>
          <a:p>
            <a:pPr lvl="1"/>
            <a:r>
              <a:rPr lang="en-US"/>
              <a:t>Participated in content inventory</a:t>
            </a:r>
          </a:p>
          <a:p>
            <a:pPr lvl="1"/>
            <a:r>
              <a:rPr lang="en-US"/>
              <a:t>Collaborated and edited key task flows</a:t>
            </a:r>
          </a:p>
          <a:p>
            <a:pPr lvl="1"/>
            <a:r>
              <a:rPr lang="en-US"/>
              <a:t>Annotated final wireframes</a:t>
            </a:r>
          </a:p>
          <a:p>
            <a:pPr lvl="1"/>
            <a:r>
              <a:rPr lang="en-US"/>
              <a:t>Drafted Presentation content</a:t>
            </a:r>
          </a:p>
        </p:txBody>
      </p:sp>
      <p:pic>
        <p:nvPicPr>
          <p:cNvPr id="5" name="Graphic 5" descr="Office worker female with solid fill">
            <a:extLst>
              <a:ext uri="{FF2B5EF4-FFF2-40B4-BE49-F238E27FC236}">
                <a16:creationId xmlns:a16="http://schemas.microsoft.com/office/drawing/2014/main" id="{413A79A2-F24E-5EB5-97CA-942886F664F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49261" y="2229339"/>
            <a:ext cx="914400" cy="914400"/>
          </a:xfrm>
          <a:prstGeom prst="rect">
            <a:avLst/>
          </a:prstGeom>
        </p:spPr>
      </p:pic>
      <p:sp>
        <p:nvSpPr>
          <p:cNvPr id="11" name="Content Placeholder 7">
            <a:extLst>
              <a:ext uri="{FF2B5EF4-FFF2-40B4-BE49-F238E27FC236}">
                <a16:creationId xmlns:a16="http://schemas.microsoft.com/office/drawing/2014/main" id="{9A87B1B8-928B-4474-1259-0D6ADE7E9719}"/>
              </a:ext>
            </a:extLst>
          </p:cNvPr>
          <p:cNvSpPr txBox="1">
            <a:spLocks/>
          </p:cNvSpPr>
          <p:nvPr/>
        </p:nvSpPr>
        <p:spPr>
          <a:xfrm>
            <a:off x="6359353" y="2286764"/>
            <a:ext cx="5194583" cy="3638764"/>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Font typeface="Wingdings 2" charset="2"/>
              <a:buChar char=""/>
              <a:defRPr sz="1800" kern="1200">
                <a:solidFill>
                  <a:schemeClr val="tx1"/>
                </a:solidFill>
                <a:latin typeface="+mn-lt"/>
                <a:ea typeface="+mn-ea"/>
                <a:cs typeface="+mn-cs"/>
              </a:defRPr>
            </a:lvl1pPr>
            <a:lvl2pPr marL="742950" indent="-285750" algn="l" defTabSz="457200" rtl="0" eaLnBrk="1" latinLnBrk="0" hangingPunct="1">
              <a:spcBef>
                <a:spcPct val="20000"/>
              </a:spcBef>
              <a:spcAft>
                <a:spcPts val="600"/>
              </a:spcAft>
              <a:buClr>
                <a:schemeClr val="accent1"/>
              </a:buClr>
              <a:buFont typeface="Wingdings 2" charset="2"/>
              <a:buChar char=""/>
              <a:defRPr sz="1600" kern="1200">
                <a:solidFill>
                  <a:schemeClr val="tx1"/>
                </a:solidFill>
                <a:latin typeface="+mn-lt"/>
                <a:ea typeface="+mn-ea"/>
                <a:cs typeface="+mn-cs"/>
              </a:defRPr>
            </a:lvl2pPr>
            <a:lvl3pPr marL="1143000" indent="-228600" algn="l" defTabSz="457200" rtl="0" eaLnBrk="1" latinLnBrk="0" hangingPunct="1">
              <a:spcBef>
                <a:spcPct val="20000"/>
              </a:spcBef>
              <a:spcAft>
                <a:spcPts val="600"/>
              </a:spcAft>
              <a:buClr>
                <a:schemeClr val="accent1"/>
              </a:buClr>
              <a:buFont typeface="Wingdings 2" charset="2"/>
              <a:buChar char=""/>
              <a:defRPr sz="1400" kern="1200">
                <a:solidFill>
                  <a:schemeClr val="tx1"/>
                </a:solidFill>
                <a:latin typeface="+mn-lt"/>
                <a:ea typeface="+mn-ea"/>
                <a:cs typeface="+mn-cs"/>
              </a:defRPr>
            </a:lvl3pPr>
            <a:lvl4pPr marL="16002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4pPr>
            <a:lvl5pPr marL="20574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r>
              <a:rPr lang="en-US"/>
              <a:t>Vi-Anh Nguyen</a:t>
            </a:r>
          </a:p>
          <a:p>
            <a:pPr lvl="1"/>
            <a:r>
              <a:rPr lang="en-US"/>
              <a:t>Drafted Project Proposal</a:t>
            </a:r>
          </a:p>
          <a:p>
            <a:pPr lvl="1"/>
            <a:r>
              <a:rPr lang="en-US"/>
              <a:t>Drafted/Edited Sitemap</a:t>
            </a:r>
          </a:p>
          <a:p>
            <a:pPr lvl="1"/>
            <a:r>
              <a:rPr lang="en-US"/>
              <a:t>Drafted wireframe connections</a:t>
            </a:r>
          </a:p>
          <a:p>
            <a:pPr lvl="1"/>
            <a:r>
              <a:rPr lang="en-US"/>
              <a:t>Designed final wireframes</a:t>
            </a:r>
          </a:p>
          <a:p>
            <a:pPr lvl="1"/>
            <a:r>
              <a:rPr lang="en-US"/>
              <a:t>Participated in Content Inventory</a:t>
            </a:r>
          </a:p>
          <a:p>
            <a:pPr lvl="1"/>
            <a:r>
              <a:rPr lang="en-US"/>
              <a:t>Collaborated and edited key task flows</a:t>
            </a:r>
          </a:p>
          <a:p>
            <a:pPr lvl="1"/>
            <a:r>
              <a:rPr lang="en-US"/>
              <a:t>Edited Presentation content</a:t>
            </a:r>
          </a:p>
        </p:txBody>
      </p:sp>
    </p:spTree>
    <p:extLst>
      <p:ext uri="{BB962C8B-B14F-4D97-AF65-F5344CB8AC3E}">
        <p14:creationId xmlns:p14="http://schemas.microsoft.com/office/powerpoint/2010/main" val="3235594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7C4FF-48B2-6BE9-C40A-CA1DEBD7C630}"/>
              </a:ext>
            </a:extLst>
          </p:cNvPr>
          <p:cNvSpPr>
            <a:spLocks noGrp="1"/>
          </p:cNvSpPr>
          <p:nvPr>
            <p:ph type="title"/>
          </p:nvPr>
        </p:nvSpPr>
        <p:spPr/>
        <p:txBody>
          <a:bodyPr>
            <a:normAutofit/>
          </a:bodyPr>
          <a:lstStyle/>
          <a:p>
            <a:r>
              <a:rPr lang="en-US"/>
              <a:t>Appendix</a:t>
            </a:r>
          </a:p>
        </p:txBody>
      </p:sp>
      <p:sp>
        <p:nvSpPr>
          <p:cNvPr id="3" name="Content Placeholder 2">
            <a:extLst>
              <a:ext uri="{FF2B5EF4-FFF2-40B4-BE49-F238E27FC236}">
                <a16:creationId xmlns:a16="http://schemas.microsoft.com/office/drawing/2014/main" id="{F6F9AB31-9EEE-E192-87ED-EEC1B3B58014}"/>
              </a:ext>
            </a:extLst>
          </p:cNvPr>
          <p:cNvSpPr>
            <a:spLocks noGrp="1"/>
          </p:cNvSpPr>
          <p:nvPr>
            <p:ph type="body" idx="1"/>
          </p:nvPr>
        </p:nvSpPr>
        <p:spPr/>
        <p:txBody>
          <a:bodyPr>
            <a:normAutofit/>
          </a:bodyPr>
          <a:lstStyle/>
          <a:p>
            <a:pPr marL="0" indent="0">
              <a:buNone/>
            </a:pPr>
            <a:endParaRPr lang="en-US" sz="1600"/>
          </a:p>
          <a:p>
            <a:endParaRPr lang="en-US" sz="1600"/>
          </a:p>
        </p:txBody>
      </p:sp>
      <p:pic>
        <p:nvPicPr>
          <p:cNvPr id="6" name="Picture 5" descr="Icon&#10;&#10;Description automatically generated">
            <a:extLst>
              <a:ext uri="{FF2B5EF4-FFF2-40B4-BE49-F238E27FC236}">
                <a16:creationId xmlns:a16="http://schemas.microsoft.com/office/drawing/2014/main" id="{69492BC1-0E6F-BDEF-2B62-C7D2E5DD52AE}"/>
              </a:ext>
            </a:extLst>
          </p:cNvPr>
          <p:cNvPicPr>
            <a:picLocks noChangeAspect="1"/>
          </p:cNvPicPr>
          <p:nvPr/>
        </p:nvPicPr>
        <p:blipFill>
          <a:blip r:embed="rId2"/>
          <a:stretch>
            <a:fillRect/>
          </a:stretch>
        </p:blipFill>
        <p:spPr>
          <a:xfrm>
            <a:off x="9392504" y="5445735"/>
            <a:ext cx="812068" cy="812068"/>
          </a:xfrm>
          <a:prstGeom prst="rect">
            <a:avLst/>
          </a:prstGeom>
        </p:spPr>
      </p:pic>
      <p:graphicFrame>
        <p:nvGraphicFramePr>
          <p:cNvPr id="5" name="Content Placeholder 2">
            <a:extLst>
              <a:ext uri="{FF2B5EF4-FFF2-40B4-BE49-F238E27FC236}">
                <a16:creationId xmlns:a16="http://schemas.microsoft.com/office/drawing/2014/main" id="{30E5B10B-527E-1D06-5591-6D980BB65C88}"/>
              </a:ext>
            </a:extLst>
          </p:cNvPr>
          <p:cNvGraphicFramePr>
            <a:graphicFrameLocks/>
          </p:cNvGraphicFramePr>
          <p:nvPr>
            <p:extLst>
              <p:ext uri="{D42A27DB-BD31-4B8C-83A1-F6EECF244321}">
                <p14:modId xmlns:p14="http://schemas.microsoft.com/office/powerpoint/2010/main" val="552922296"/>
              </p:ext>
            </p:extLst>
          </p:nvPr>
        </p:nvGraphicFramePr>
        <p:xfrm>
          <a:off x="367510" y="115614"/>
          <a:ext cx="5211586" cy="45701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9171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E8F84-E0B5-C055-7F9F-7047E9CBB7AA}"/>
              </a:ext>
            </a:extLst>
          </p:cNvPr>
          <p:cNvSpPr>
            <a:spLocks noGrp="1"/>
          </p:cNvSpPr>
          <p:nvPr>
            <p:ph type="title"/>
          </p:nvPr>
        </p:nvSpPr>
        <p:spPr/>
        <p:txBody>
          <a:bodyPr/>
          <a:lstStyle/>
          <a:p>
            <a:r>
              <a:rPr lang="en-US"/>
              <a:t>Full Content Inventory</a:t>
            </a:r>
          </a:p>
        </p:txBody>
      </p:sp>
      <p:pic>
        <p:nvPicPr>
          <p:cNvPr id="28" name="Picture 28">
            <a:extLst>
              <a:ext uri="{FF2B5EF4-FFF2-40B4-BE49-F238E27FC236}">
                <a16:creationId xmlns:a16="http://schemas.microsoft.com/office/drawing/2014/main" id="{B744D283-1E84-A2B0-C160-FF2E8A47768E}"/>
              </a:ext>
            </a:extLst>
          </p:cNvPr>
          <p:cNvPicPr>
            <a:picLocks noGrp="1" noChangeAspect="1"/>
          </p:cNvPicPr>
          <p:nvPr>
            <p:ph idx="1"/>
          </p:nvPr>
        </p:nvPicPr>
        <p:blipFill>
          <a:blip r:embed="rId2"/>
          <a:stretch>
            <a:fillRect/>
          </a:stretch>
        </p:blipFill>
        <p:spPr>
          <a:xfrm>
            <a:off x="818712" y="2252301"/>
            <a:ext cx="10554574" cy="3576483"/>
          </a:xfrm>
        </p:spPr>
      </p:pic>
    </p:spTree>
    <p:extLst>
      <p:ext uri="{BB962C8B-B14F-4D97-AF65-F5344CB8AC3E}">
        <p14:creationId xmlns:p14="http://schemas.microsoft.com/office/powerpoint/2010/main" val="1565728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03038-DB20-EDFB-D991-90B8A0E0DD66}"/>
              </a:ext>
            </a:extLst>
          </p:cNvPr>
          <p:cNvSpPr>
            <a:spLocks noGrp="1"/>
          </p:cNvSpPr>
          <p:nvPr>
            <p:ph type="title"/>
          </p:nvPr>
        </p:nvSpPr>
        <p:spPr/>
        <p:txBody>
          <a:bodyPr/>
          <a:lstStyle/>
          <a:p>
            <a:r>
              <a:rPr lang="en-US">
                <a:ea typeface="+mj-lt"/>
                <a:cs typeface="+mj-lt"/>
              </a:rPr>
              <a:t>Full Content Inventory Cont.</a:t>
            </a:r>
            <a:endParaRPr lang="en-US"/>
          </a:p>
        </p:txBody>
      </p:sp>
      <p:pic>
        <p:nvPicPr>
          <p:cNvPr id="4" name="Picture 4" descr="Graphical user interface, table&#10;&#10;Description automatically generated">
            <a:extLst>
              <a:ext uri="{FF2B5EF4-FFF2-40B4-BE49-F238E27FC236}">
                <a16:creationId xmlns:a16="http://schemas.microsoft.com/office/drawing/2014/main" id="{A8CA0A35-446B-3DBA-58D7-5ECF5AB7B95E}"/>
              </a:ext>
            </a:extLst>
          </p:cNvPr>
          <p:cNvPicPr>
            <a:picLocks noGrp="1" noChangeAspect="1"/>
          </p:cNvPicPr>
          <p:nvPr>
            <p:ph idx="1"/>
          </p:nvPr>
        </p:nvPicPr>
        <p:blipFill>
          <a:blip r:embed="rId2"/>
          <a:stretch>
            <a:fillRect/>
          </a:stretch>
        </p:blipFill>
        <p:spPr>
          <a:xfrm>
            <a:off x="818712" y="2331197"/>
            <a:ext cx="10554574" cy="3418691"/>
          </a:xfrm>
        </p:spPr>
      </p:pic>
    </p:spTree>
    <p:extLst>
      <p:ext uri="{BB962C8B-B14F-4D97-AF65-F5344CB8AC3E}">
        <p14:creationId xmlns:p14="http://schemas.microsoft.com/office/powerpoint/2010/main" val="3929406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00677-FB65-6479-31B9-51DF27B80F52}"/>
              </a:ext>
            </a:extLst>
          </p:cNvPr>
          <p:cNvSpPr>
            <a:spLocks noGrp="1"/>
          </p:cNvSpPr>
          <p:nvPr>
            <p:ph type="title"/>
          </p:nvPr>
        </p:nvSpPr>
        <p:spPr/>
        <p:txBody>
          <a:bodyPr/>
          <a:lstStyle/>
          <a:p>
            <a:r>
              <a:rPr lang="en-US"/>
              <a:t>Full Content Inventory Cont.</a:t>
            </a:r>
          </a:p>
        </p:txBody>
      </p:sp>
      <p:pic>
        <p:nvPicPr>
          <p:cNvPr id="4" name="Picture 4" descr="Table&#10;&#10;Description automatically generated">
            <a:extLst>
              <a:ext uri="{FF2B5EF4-FFF2-40B4-BE49-F238E27FC236}">
                <a16:creationId xmlns:a16="http://schemas.microsoft.com/office/drawing/2014/main" id="{AB4F631C-DEA1-B484-4EC3-3ABB4F2BC975}"/>
              </a:ext>
            </a:extLst>
          </p:cNvPr>
          <p:cNvPicPr>
            <a:picLocks noGrp="1" noChangeAspect="1"/>
          </p:cNvPicPr>
          <p:nvPr>
            <p:ph idx="1"/>
          </p:nvPr>
        </p:nvPicPr>
        <p:blipFill>
          <a:blip r:embed="rId2"/>
          <a:stretch>
            <a:fillRect/>
          </a:stretch>
        </p:blipFill>
        <p:spPr>
          <a:xfrm>
            <a:off x="818712" y="2641777"/>
            <a:ext cx="10554574" cy="2797530"/>
          </a:xfrm>
        </p:spPr>
      </p:pic>
    </p:spTree>
    <p:extLst>
      <p:ext uri="{BB962C8B-B14F-4D97-AF65-F5344CB8AC3E}">
        <p14:creationId xmlns:p14="http://schemas.microsoft.com/office/powerpoint/2010/main" val="2660977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Rectangle 28">
            <a:extLst>
              <a:ext uri="{FF2B5EF4-FFF2-40B4-BE49-F238E27FC236}">
                <a16:creationId xmlns:a16="http://schemas.microsoft.com/office/drawing/2014/main" id="{27E4CA8E-5CC0-4B96-8E67-040FB5673F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9">
            <a:extLst>
              <a:ext uri="{FF2B5EF4-FFF2-40B4-BE49-F238E27FC236}">
                <a16:creationId xmlns:a16="http://schemas.microsoft.com/office/drawing/2014/main" id="{E9E16A42-F4F8-425E-9DA6-3237A0CBDC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6485467" cy="6858000"/>
          </a:xfrm>
          <a:custGeom>
            <a:avLst/>
            <a:gdLst>
              <a:gd name="connsiteX0" fmla="*/ 0 w 6485467"/>
              <a:gd name="connsiteY0" fmla="*/ 0 h 6858000"/>
              <a:gd name="connsiteX1" fmla="*/ 6485467 w 6485467"/>
              <a:gd name="connsiteY1" fmla="*/ 0 h 6858000"/>
              <a:gd name="connsiteX2" fmla="*/ 6485467 w 6485467"/>
              <a:gd name="connsiteY2" fmla="*/ 1900238 h 6858000"/>
              <a:gd name="connsiteX3" fmla="*/ 6115051 w 6485467"/>
              <a:gd name="connsiteY3" fmla="*/ 2178050 h 6858000"/>
              <a:gd name="connsiteX4" fmla="*/ 6110817 w 6485467"/>
              <a:gd name="connsiteY4" fmla="*/ 2184400 h 6858000"/>
              <a:gd name="connsiteX5" fmla="*/ 6104467 w 6485467"/>
              <a:gd name="connsiteY5" fmla="*/ 2193925 h 6858000"/>
              <a:gd name="connsiteX6" fmla="*/ 6098117 w 6485467"/>
              <a:gd name="connsiteY6" fmla="*/ 2201863 h 6858000"/>
              <a:gd name="connsiteX7" fmla="*/ 6098117 w 6485467"/>
              <a:gd name="connsiteY7" fmla="*/ 2211388 h 6858000"/>
              <a:gd name="connsiteX8" fmla="*/ 6098117 w 6485467"/>
              <a:gd name="connsiteY8" fmla="*/ 2220913 h 6858000"/>
              <a:gd name="connsiteX9" fmla="*/ 6104467 w 6485467"/>
              <a:gd name="connsiteY9" fmla="*/ 2228850 h 6858000"/>
              <a:gd name="connsiteX10" fmla="*/ 6110817 w 6485467"/>
              <a:gd name="connsiteY10" fmla="*/ 2238375 h 6858000"/>
              <a:gd name="connsiteX11" fmla="*/ 6115051 w 6485467"/>
              <a:gd name="connsiteY11" fmla="*/ 2244725 h 6858000"/>
              <a:gd name="connsiteX12" fmla="*/ 6485467 w 6485467"/>
              <a:gd name="connsiteY12" fmla="*/ 2522538 h 6858000"/>
              <a:gd name="connsiteX13" fmla="*/ 6485467 w 6485467"/>
              <a:gd name="connsiteY13" fmla="*/ 6858000 h 6858000"/>
              <a:gd name="connsiteX14" fmla="*/ 0 w 6485467"/>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85467" h="6858000">
                <a:moveTo>
                  <a:pt x="0" y="0"/>
                </a:moveTo>
                <a:lnTo>
                  <a:pt x="6485467" y="0"/>
                </a:lnTo>
                <a:lnTo>
                  <a:pt x="6485467" y="1900238"/>
                </a:lnTo>
                <a:lnTo>
                  <a:pt x="6115051" y="2178050"/>
                </a:lnTo>
                <a:lnTo>
                  <a:pt x="6110817" y="2184400"/>
                </a:lnTo>
                <a:lnTo>
                  <a:pt x="6104467" y="2193925"/>
                </a:lnTo>
                <a:lnTo>
                  <a:pt x="6098117" y="2201863"/>
                </a:lnTo>
                <a:lnTo>
                  <a:pt x="6098117" y="2211388"/>
                </a:lnTo>
                <a:lnTo>
                  <a:pt x="6098117" y="2220913"/>
                </a:lnTo>
                <a:lnTo>
                  <a:pt x="6104467" y="2228850"/>
                </a:lnTo>
                <a:lnTo>
                  <a:pt x="6110817" y="2238375"/>
                </a:lnTo>
                <a:lnTo>
                  <a:pt x="6115051" y="2244725"/>
                </a:lnTo>
                <a:lnTo>
                  <a:pt x="6485467" y="2522538"/>
                </a:lnTo>
                <a:lnTo>
                  <a:pt x="6485467"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E41CB4-4A52-CC9E-3D7A-4CD1F4AC9070}"/>
              </a:ext>
            </a:extLst>
          </p:cNvPr>
          <p:cNvSpPr>
            <a:spLocks noGrp="1"/>
          </p:cNvSpPr>
          <p:nvPr>
            <p:ph type="title"/>
          </p:nvPr>
        </p:nvSpPr>
        <p:spPr>
          <a:xfrm>
            <a:off x="810000" y="447188"/>
            <a:ext cx="5039035" cy="1559412"/>
          </a:xfrm>
        </p:spPr>
        <p:txBody>
          <a:bodyPr>
            <a:normAutofit/>
          </a:bodyPr>
          <a:lstStyle/>
          <a:p>
            <a:pPr marL="285750" indent="-285750">
              <a:spcBef>
                <a:spcPct val="20000"/>
              </a:spcBef>
              <a:spcAft>
                <a:spcPts val="600"/>
              </a:spcAft>
              <a:buFont typeface="Arial"/>
              <a:buChar char="•"/>
            </a:pPr>
            <a:r>
              <a:rPr lang="en-US"/>
              <a:t>Card sort 1</a:t>
            </a:r>
          </a:p>
        </p:txBody>
      </p:sp>
      <p:sp>
        <p:nvSpPr>
          <p:cNvPr id="10" name="Content Placeholder 7">
            <a:extLst>
              <a:ext uri="{FF2B5EF4-FFF2-40B4-BE49-F238E27FC236}">
                <a16:creationId xmlns:a16="http://schemas.microsoft.com/office/drawing/2014/main" id="{845629F8-EC0F-4BEB-7404-E87E5410ED31}"/>
              </a:ext>
            </a:extLst>
          </p:cNvPr>
          <p:cNvSpPr>
            <a:spLocks noGrp="1"/>
          </p:cNvSpPr>
          <p:nvPr>
            <p:ph idx="1"/>
          </p:nvPr>
        </p:nvSpPr>
        <p:spPr>
          <a:xfrm>
            <a:off x="818712" y="2413000"/>
            <a:ext cx="5016259" cy="3632200"/>
          </a:xfrm>
        </p:spPr>
        <p:txBody>
          <a:bodyPr>
            <a:normAutofit/>
          </a:bodyPr>
          <a:lstStyle/>
          <a:p>
            <a:pPr marL="285750" indent="-285750">
              <a:buFont typeface="Arial,Sans-Serif" charset="2"/>
              <a:buChar char="•"/>
            </a:pPr>
            <a:r>
              <a:rPr lang="en-US"/>
              <a:t>Standardization grid(right)</a:t>
            </a:r>
            <a:endParaRPr lang="en-US">
              <a:ea typeface="+mn-lt"/>
              <a:cs typeface="+mn-lt"/>
            </a:endParaRPr>
          </a:p>
          <a:p>
            <a:pPr marL="285750" indent="-285750">
              <a:buFont typeface="Arial,Sans-Serif" charset="2"/>
              <a:buChar char="•"/>
            </a:pPr>
            <a:r>
              <a:rPr lang="en-US"/>
              <a:t>Open Card </a:t>
            </a:r>
          </a:p>
          <a:p>
            <a:pPr marL="285750" indent="-285750">
              <a:buFont typeface="Arial,Sans-Serif" charset="2"/>
              <a:buChar char="•"/>
            </a:pPr>
            <a:r>
              <a:rPr lang="en-US">
                <a:hlinkClick r:id="rId3"/>
              </a:rPr>
              <a:t>Link to results</a:t>
            </a:r>
            <a:endParaRPr lang="en-US"/>
          </a:p>
          <a:p>
            <a:endParaRPr lang="en-US"/>
          </a:p>
        </p:txBody>
      </p:sp>
      <p:sp>
        <p:nvSpPr>
          <p:cNvPr id="33" name="Rounded Rectangle 17">
            <a:extLst>
              <a:ext uri="{FF2B5EF4-FFF2-40B4-BE49-F238E27FC236}">
                <a16:creationId xmlns:a16="http://schemas.microsoft.com/office/drawing/2014/main" id="{15285B77-8322-4381-BE3F-F6FE0271B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28932" y="958640"/>
            <a:ext cx="4419604" cy="4945244"/>
          </a:xfrm>
          <a:prstGeom prst="roundRect">
            <a:avLst>
              <a:gd name="adj" fmla="val 3513"/>
            </a:avLst>
          </a:prstGeom>
          <a:solidFill>
            <a:schemeClr val="tx1"/>
          </a:solid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descr="Calendar&#10;&#10;Description automatically generated">
            <a:extLst>
              <a:ext uri="{FF2B5EF4-FFF2-40B4-BE49-F238E27FC236}">
                <a16:creationId xmlns:a16="http://schemas.microsoft.com/office/drawing/2014/main" id="{C6EEC513-CD6E-6F38-9A28-8C37EF906BB4}"/>
              </a:ext>
            </a:extLst>
          </p:cNvPr>
          <p:cNvPicPr>
            <a:picLocks noChangeAspect="1"/>
          </p:cNvPicPr>
          <p:nvPr/>
        </p:nvPicPr>
        <p:blipFill>
          <a:blip r:embed="rId4"/>
          <a:stretch>
            <a:fillRect/>
          </a:stretch>
        </p:blipFill>
        <p:spPr>
          <a:xfrm>
            <a:off x="7240674" y="1045406"/>
            <a:ext cx="4201676" cy="2556468"/>
          </a:xfrm>
          <a:prstGeom prst="rect">
            <a:avLst/>
          </a:prstGeom>
        </p:spPr>
      </p:pic>
      <p:pic>
        <p:nvPicPr>
          <p:cNvPr id="8" name="Picture 8">
            <a:extLst>
              <a:ext uri="{FF2B5EF4-FFF2-40B4-BE49-F238E27FC236}">
                <a16:creationId xmlns:a16="http://schemas.microsoft.com/office/drawing/2014/main" id="{3A553561-BE90-9147-F371-55E72DEFC83E}"/>
              </a:ext>
            </a:extLst>
          </p:cNvPr>
          <p:cNvPicPr>
            <a:picLocks noChangeAspect="1"/>
          </p:cNvPicPr>
          <p:nvPr/>
        </p:nvPicPr>
        <p:blipFill>
          <a:blip r:embed="rId5"/>
          <a:stretch>
            <a:fillRect/>
          </a:stretch>
        </p:blipFill>
        <p:spPr>
          <a:xfrm>
            <a:off x="7243335" y="4437712"/>
            <a:ext cx="4200678" cy="1301207"/>
          </a:xfrm>
          <a:prstGeom prst="rect">
            <a:avLst/>
          </a:prstGeom>
        </p:spPr>
      </p:pic>
    </p:spTree>
    <p:extLst>
      <p:ext uri="{BB962C8B-B14F-4D97-AF65-F5344CB8AC3E}">
        <p14:creationId xmlns:p14="http://schemas.microsoft.com/office/powerpoint/2010/main" val="2640586294"/>
      </p:ext>
    </p:extLst>
  </p:cSld>
  <p:clrMapOvr>
    <a:masterClrMapping/>
  </p:clrMapOvr>
  <p:extLst>
    <p:ext uri="{6950BFC3-D8DA-4A85-94F7-54DA5524770B}">
      <p188:commentRel xmlns:p188="http://schemas.microsoft.com/office/powerpoint/2018/8/main" r:id="rId2"/>
    </p:ext>
  </p:extLs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Freeform 6">
            <a:extLst>
              <a:ext uri="{FF2B5EF4-FFF2-40B4-BE49-F238E27FC236}">
                <a16:creationId xmlns:a16="http://schemas.microsoft.com/office/drawing/2014/main" id="{11114F18-D12D-43C6-895F-5BA92C290C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grpSp>
        <p:nvGrpSpPr>
          <p:cNvPr id="35" name="Group 22">
            <a:extLst>
              <a:ext uri="{FF2B5EF4-FFF2-40B4-BE49-F238E27FC236}">
                <a16:creationId xmlns:a16="http://schemas.microsoft.com/office/drawing/2014/main" id="{DE2DD4A6-DC96-421E-9E1C-7CD0D26814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bwMode="white">
          <a:xfrm>
            <a:off x="0" y="4525094"/>
            <a:ext cx="12203151" cy="2344057"/>
            <a:chOff x="0" y="4525094"/>
            <a:chExt cx="12203151" cy="2344057"/>
          </a:xfrm>
        </p:grpSpPr>
        <p:sp>
          <p:nvSpPr>
            <p:cNvPr id="24" name="Freeform 9">
              <a:extLst>
                <a:ext uri="{FF2B5EF4-FFF2-40B4-BE49-F238E27FC236}">
                  <a16:creationId xmlns:a16="http://schemas.microsoft.com/office/drawing/2014/main" id="{5E6BB74D-E85C-4CCB-90CE-0246006405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0" y="4525094"/>
              <a:ext cx="12192000" cy="2332906"/>
            </a:xfrm>
            <a:custGeom>
              <a:avLst/>
              <a:gdLst>
                <a:gd name="connsiteX0" fmla="*/ 0 w 12192000"/>
                <a:gd name="connsiteY0" fmla="*/ 0 h 2332906"/>
                <a:gd name="connsiteX1" fmla="*/ 1996017 w 12192000"/>
                <a:gd name="connsiteY1" fmla="*/ 0 h 2332906"/>
                <a:gd name="connsiteX2" fmla="*/ 2377017 w 12192000"/>
                <a:gd name="connsiteY2" fmla="*/ 263783 h 2332906"/>
                <a:gd name="connsiteX3" fmla="*/ 2385484 w 12192000"/>
                <a:gd name="connsiteY3" fmla="*/ 266713 h 2332906"/>
                <a:gd name="connsiteX4" fmla="*/ 2398184 w 12192000"/>
                <a:gd name="connsiteY4" fmla="*/ 271110 h 2332906"/>
                <a:gd name="connsiteX5" fmla="*/ 2410883 w 12192000"/>
                <a:gd name="connsiteY5" fmla="*/ 275506 h 2332906"/>
                <a:gd name="connsiteX6" fmla="*/ 2421467 w 12192000"/>
                <a:gd name="connsiteY6" fmla="*/ 275506 h 2332906"/>
                <a:gd name="connsiteX7" fmla="*/ 2434167 w 12192000"/>
                <a:gd name="connsiteY7" fmla="*/ 275506 h 2332906"/>
                <a:gd name="connsiteX8" fmla="*/ 2444750 w 12192000"/>
                <a:gd name="connsiteY8" fmla="*/ 271110 h 2332906"/>
                <a:gd name="connsiteX9" fmla="*/ 2457450 w 12192000"/>
                <a:gd name="connsiteY9" fmla="*/ 266713 h 2332906"/>
                <a:gd name="connsiteX10" fmla="*/ 2465917 w 12192000"/>
                <a:gd name="connsiteY10" fmla="*/ 263783 h 2332906"/>
                <a:gd name="connsiteX11" fmla="*/ 2846917 w 12192000"/>
                <a:gd name="connsiteY11" fmla="*/ 0 h 2332906"/>
                <a:gd name="connsiteX12" fmla="*/ 12192000 w 12192000"/>
                <a:gd name="connsiteY12" fmla="*/ 0 h 2332906"/>
                <a:gd name="connsiteX13" fmla="*/ 12192000 w 12192000"/>
                <a:gd name="connsiteY13" fmla="*/ 2332906 h 2332906"/>
                <a:gd name="connsiteX14" fmla="*/ 0 w 12192000"/>
                <a:gd name="connsiteY14" fmla="*/ 2332906 h 2332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2332906">
                  <a:moveTo>
                    <a:pt x="0" y="0"/>
                  </a:moveTo>
                  <a:lnTo>
                    <a:pt x="1996017" y="0"/>
                  </a:lnTo>
                  <a:lnTo>
                    <a:pt x="2377017" y="263783"/>
                  </a:lnTo>
                  <a:lnTo>
                    <a:pt x="2385484" y="266713"/>
                  </a:lnTo>
                  <a:lnTo>
                    <a:pt x="2398184" y="271110"/>
                  </a:lnTo>
                  <a:lnTo>
                    <a:pt x="2410883" y="275506"/>
                  </a:lnTo>
                  <a:lnTo>
                    <a:pt x="2421467" y="275506"/>
                  </a:lnTo>
                  <a:lnTo>
                    <a:pt x="2434167" y="275506"/>
                  </a:lnTo>
                  <a:lnTo>
                    <a:pt x="2444750" y="271110"/>
                  </a:lnTo>
                  <a:lnTo>
                    <a:pt x="2457450" y="266713"/>
                  </a:lnTo>
                  <a:lnTo>
                    <a:pt x="2465917" y="263783"/>
                  </a:lnTo>
                  <a:lnTo>
                    <a:pt x="2846917" y="0"/>
                  </a:lnTo>
                  <a:lnTo>
                    <a:pt x="12192000" y="0"/>
                  </a:lnTo>
                  <a:lnTo>
                    <a:pt x="12192000" y="2332906"/>
                  </a:lnTo>
                  <a:lnTo>
                    <a:pt x="0" y="2332906"/>
                  </a:lnTo>
                  <a:close/>
                </a:path>
              </a:pathLst>
            </a:custGeom>
            <a:solidFill>
              <a:schemeClr val="bg1">
                <a:lumMod val="85000"/>
                <a:lumOff val="1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Isosceles Triangle 24">
              <a:extLst>
                <a:ext uri="{FF2B5EF4-FFF2-40B4-BE49-F238E27FC236}">
                  <a16:creationId xmlns:a16="http://schemas.microsoft.com/office/drawing/2014/main" id="{52808592-600C-4349-9F27-EC36C0BA4C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flipH="1">
              <a:off x="3820" y="4536245"/>
              <a:ext cx="5660999" cy="2332906"/>
            </a:xfrm>
            <a:prstGeom prst="triangle">
              <a:avLst>
                <a:gd name="adj" fmla="val 100000"/>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25">
              <a:extLst>
                <a:ext uri="{FF2B5EF4-FFF2-40B4-BE49-F238E27FC236}">
                  <a16:creationId xmlns:a16="http://schemas.microsoft.com/office/drawing/2014/main" id="{B5E00D3B-1E29-4E11-BCD3-8E3A56F4BE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white">
            <a:xfrm>
              <a:off x="4813714" y="4536245"/>
              <a:ext cx="7389437" cy="2332906"/>
            </a:xfrm>
            <a:prstGeom prst="triangle">
              <a:avLst>
                <a:gd name="adj" fmla="val 100000"/>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B855618-0039-0231-C4D7-9188DD59419F}"/>
              </a:ext>
            </a:extLst>
          </p:cNvPr>
          <p:cNvSpPr>
            <a:spLocks noGrp="1"/>
          </p:cNvSpPr>
          <p:nvPr>
            <p:ph type="title"/>
          </p:nvPr>
        </p:nvSpPr>
        <p:spPr>
          <a:xfrm>
            <a:off x="810001" y="4817533"/>
            <a:ext cx="10572000" cy="779529"/>
          </a:xfrm>
        </p:spPr>
        <p:txBody>
          <a:bodyPr vert="horz" lIns="91440" tIns="45720" rIns="91440" bIns="45720" rtlCol="0" anchor="b">
            <a:normAutofit/>
          </a:bodyPr>
          <a:lstStyle/>
          <a:p>
            <a:r>
              <a:rPr lang="en-US"/>
              <a:t>Card Sort 1 cont.</a:t>
            </a:r>
          </a:p>
        </p:txBody>
      </p:sp>
      <p:pic>
        <p:nvPicPr>
          <p:cNvPr id="7" name="Picture 7">
            <a:extLst>
              <a:ext uri="{FF2B5EF4-FFF2-40B4-BE49-F238E27FC236}">
                <a16:creationId xmlns:a16="http://schemas.microsoft.com/office/drawing/2014/main" id="{EC7D1677-7467-2C6C-B2C5-00532371CE42}"/>
              </a:ext>
            </a:extLst>
          </p:cNvPr>
          <p:cNvPicPr>
            <a:picLocks noChangeAspect="1"/>
          </p:cNvPicPr>
          <p:nvPr/>
        </p:nvPicPr>
        <p:blipFill>
          <a:blip r:embed="rId2"/>
          <a:stretch>
            <a:fillRect/>
          </a:stretch>
        </p:blipFill>
        <p:spPr>
          <a:xfrm>
            <a:off x="6144630" y="1137073"/>
            <a:ext cx="5877937" cy="2912085"/>
          </a:xfrm>
          <a:prstGeom prst="roundRect">
            <a:avLst>
              <a:gd name="adj" fmla="val 3876"/>
            </a:avLst>
          </a:prstGeom>
          <a:ln>
            <a:solidFill>
              <a:schemeClr val="accent1"/>
            </a:solidFill>
          </a:ln>
          <a:effectLst/>
        </p:spPr>
      </p:pic>
      <p:pic>
        <p:nvPicPr>
          <p:cNvPr id="6" name="Picture 6">
            <a:extLst>
              <a:ext uri="{FF2B5EF4-FFF2-40B4-BE49-F238E27FC236}">
                <a16:creationId xmlns:a16="http://schemas.microsoft.com/office/drawing/2014/main" id="{5AF58245-214D-3947-7318-F79D49EDC7E5}"/>
              </a:ext>
            </a:extLst>
          </p:cNvPr>
          <p:cNvPicPr>
            <a:picLocks noGrp="1" noChangeAspect="1"/>
          </p:cNvPicPr>
          <p:nvPr>
            <p:ph idx="1"/>
          </p:nvPr>
        </p:nvPicPr>
        <p:blipFill>
          <a:blip r:embed="rId3"/>
          <a:stretch>
            <a:fillRect/>
          </a:stretch>
        </p:blipFill>
        <p:spPr>
          <a:xfrm>
            <a:off x="175453" y="1271482"/>
            <a:ext cx="5762191" cy="2566104"/>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38195801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E2264E67-6F59-4D8D-8E5F-8245B0FEA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3" y="0"/>
            <a:ext cx="1218742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23">
            <a:extLst>
              <a:ext uri="{FF2B5EF4-FFF2-40B4-BE49-F238E27FC236}">
                <a16:creationId xmlns:a16="http://schemas.microsoft.com/office/drawing/2014/main" id="{158E1C6E-D299-4F5D-B15B-155EBF7F6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solidFill>
            <a:srgbClr val="212121"/>
          </a:solidFill>
          <a:ln>
            <a:noFill/>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5D02B96-BD48-F52C-BB95-E147637DC78C}"/>
              </a:ext>
            </a:extLst>
          </p:cNvPr>
          <p:cNvSpPr>
            <a:spLocks noGrp="1"/>
          </p:cNvSpPr>
          <p:nvPr>
            <p:ph type="title"/>
          </p:nvPr>
        </p:nvSpPr>
        <p:spPr>
          <a:xfrm>
            <a:off x="451514" y="457201"/>
            <a:ext cx="3575737" cy="1332688"/>
          </a:xfrm>
        </p:spPr>
        <p:txBody>
          <a:bodyPr anchor="b">
            <a:normAutofit/>
          </a:bodyPr>
          <a:lstStyle/>
          <a:p>
            <a:pPr algn="ctr"/>
            <a:r>
              <a:rPr lang="en-US" sz="3200">
                <a:solidFill>
                  <a:srgbClr val="FFFFFF"/>
                </a:solidFill>
              </a:rPr>
              <a:t>Card Sort 2</a:t>
            </a:r>
          </a:p>
        </p:txBody>
      </p:sp>
      <p:sp>
        <p:nvSpPr>
          <p:cNvPr id="25" name="Content Placeholder 13">
            <a:extLst>
              <a:ext uri="{FF2B5EF4-FFF2-40B4-BE49-F238E27FC236}">
                <a16:creationId xmlns:a16="http://schemas.microsoft.com/office/drawing/2014/main" id="{5EECA3FB-1D1C-0C93-C401-D500ACD8DD48}"/>
              </a:ext>
            </a:extLst>
          </p:cNvPr>
          <p:cNvSpPr>
            <a:spLocks noGrp="1"/>
          </p:cNvSpPr>
          <p:nvPr>
            <p:ph idx="1"/>
          </p:nvPr>
        </p:nvSpPr>
        <p:spPr>
          <a:xfrm>
            <a:off x="451514" y="2046514"/>
            <a:ext cx="3575737" cy="3994848"/>
          </a:xfrm>
        </p:spPr>
        <p:txBody>
          <a:bodyPr>
            <a:normAutofit/>
          </a:bodyPr>
          <a:lstStyle/>
          <a:p>
            <a:r>
              <a:rPr lang="en-US" sz="1600">
                <a:solidFill>
                  <a:srgbClr val="FFFFFF"/>
                </a:solidFill>
              </a:rPr>
              <a:t>Categories and their frequencies:</a:t>
            </a:r>
          </a:p>
        </p:txBody>
      </p:sp>
      <p:pic>
        <p:nvPicPr>
          <p:cNvPr id="4" name="Picture 4">
            <a:extLst>
              <a:ext uri="{FF2B5EF4-FFF2-40B4-BE49-F238E27FC236}">
                <a16:creationId xmlns:a16="http://schemas.microsoft.com/office/drawing/2014/main" id="{6C76BB7D-4311-14D2-182E-9DB7476E25D4}"/>
              </a:ext>
            </a:extLst>
          </p:cNvPr>
          <p:cNvPicPr>
            <a:picLocks noChangeAspect="1"/>
          </p:cNvPicPr>
          <p:nvPr/>
        </p:nvPicPr>
        <p:blipFill>
          <a:blip r:embed="rId2"/>
          <a:stretch>
            <a:fillRect/>
          </a:stretch>
        </p:blipFill>
        <p:spPr>
          <a:xfrm>
            <a:off x="4673121" y="1869436"/>
            <a:ext cx="7608475" cy="3418505"/>
          </a:xfrm>
          <a:prstGeom prst="roundRect">
            <a:avLst>
              <a:gd name="adj" fmla="val 3876"/>
            </a:avLst>
          </a:prstGeom>
          <a:ln>
            <a:solidFill>
              <a:schemeClr val="bg1"/>
            </a:solidFill>
          </a:ln>
          <a:effectLst/>
        </p:spPr>
      </p:pic>
    </p:spTree>
    <p:extLst>
      <p:ext uri="{BB962C8B-B14F-4D97-AF65-F5344CB8AC3E}">
        <p14:creationId xmlns:p14="http://schemas.microsoft.com/office/powerpoint/2010/main" val="1132227662"/>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180DE8A2-73B1-4AFE-8FB9-BE4B66F39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6">
            <a:extLst>
              <a:ext uri="{FF2B5EF4-FFF2-40B4-BE49-F238E27FC236}">
                <a16:creationId xmlns:a16="http://schemas.microsoft.com/office/drawing/2014/main" id="{E5ADB140-E61F-4DA4-A342-F5EF70772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2793FE8-9D52-199E-6A96-0797CC8CECC1}"/>
              </a:ext>
            </a:extLst>
          </p:cNvPr>
          <p:cNvSpPr>
            <a:spLocks noGrp="1"/>
          </p:cNvSpPr>
          <p:nvPr>
            <p:ph type="title"/>
          </p:nvPr>
        </p:nvSpPr>
        <p:spPr>
          <a:xfrm>
            <a:off x="451514" y="394943"/>
            <a:ext cx="11288972" cy="816637"/>
          </a:xfrm>
          <a:effectLst/>
        </p:spPr>
        <p:txBody>
          <a:bodyPr vert="horz" lIns="91440" tIns="45720" rIns="91440" bIns="45720" rtlCol="0" anchor="b">
            <a:normAutofit/>
          </a:bodyPr>
          <a:lstStyle/>
          <a:p>
            <a:r>
              <a:rPr lang="en-US" sz="3200">
                <a:solidFill>
                  <a:srgbClr val="FFFFFF"/>
                </a:solidFill>
              </a:rPr>
              <a:t>Card Sort 2 Cont.</a:t>
            </a:r>
          </a:p>
        </p:txBody>
      </p:sp>
      <p:pic>
        <p:nvPicPr>
          <p:cNvPr id="3" name="Picture 3" descr="Graphical user interface, application, table&#10;&#10;Description automatically generated">
            <a:extLst>
              <a:ext uri="{FF2B5EF4-FFF2-40B4-BE49-F238E27FC236}">
                <a16:creationId xmlns:a16="http://schemas.microsoft.com/office/drawing/2014/main" id="{BBFA838A-17A5-2A33-E25B-4C0794F5F049}"/>
              </a:ext>
            </a:extLst>
          </p:cNvPr>
          <p:cNvPicPr>
            <a:picLocks noChangeAspect="1"/>
          </p:cNvPicPr>
          <p:nvPr/>
        </p:nvPicPr>
        <p:blipFill>
          <a:blip r:embed="rId2"/>
          <a:stretch>
            <a:fillRect/>
          </a:stretch>
        </p:blipFill>
        <p:spPr>
          <a:xfrm>
            <a:off x="1194223" y="2310918"/>
            <a:ext cx="10474484" cy="4232015"/>
          </a:xfrm>
          <a:prstGeom prst="roundRect">
            <a:avLst>
              <a:gd name="adj" fmla="val 3876"/>
            </a:avLst>
          </a:prstGeom>
          <a:ln>
            <a:solidFill>
              <a:schemeClr val="bg1"/>
            </a:solidFill>
          </a:ln>
          <a:effectLst/>
        </p:spPr>
      </p:pic>
    </p:spTree>
    <p:extLst>
      <p:ext uri="{BB962C8B-B14F-4D97-AF65-F5344CB8AC3E}">
        <p14:creationId xmlns:p14="http://schemas.microsoft.com/office/powerpoint/2010/main" val="2169501979"/>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B9607A7-C194-45C1-9EA4-D513E02DCF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6">
            <a:extLst>
              <a:ext uri="{FF2B5EF4-FFF2-40B4-BE49-F238E27FC236}">
                <a16:creationId xmlns:a16="http://schemas.microsoft.com/office/drawing/2014/main" id="{CBFF659F-D040-4A67-B951-3D6D61BB1F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000000"/>
          </a:solidFill>
          <a:ln>
            <a:noFill/>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FFB1D56-B070-A05A-C04A-9C4BEC322F5D}"/>
              </a:ext>
            </a:extLst>
          </p:cNvPr>
          <p:cNvSpPr>
            <a:spLocks noGrp="1"/>
          </p:cNvSpPr>
          <p:nvPr>
            <p:ph type="title"/>
          </p:nvPr>
        </p:nvSpPr>
        <p:spPr>
          <a:xfrm>
            <a:off x="810000" y="447188"/>
            <a:ext cx="10571998" cy="970450"/>
          </a:xfrm>
          <a:effectLst/>
        </p:spPr>
        <p:txBody>
          <a:bodyPr>
            <a:normAutofit/>
          </a:bodyPr>
          <a:lstStyle/>
          <a:p>
            <a:r>
              <a:rPr lang="en-US"/>
              <a:t>Card Sort 2 Cont.</a:t>
            </a:r>
          </a:p>
        </p:txBody>
      </p:sp>
      <p:pic>
        <p:nvPicPr>
          <p:cNvPr id="4" name="Picture 4" descr="Table&#10;&#10;Description automatically generated">
            <a:extLst>
              <a:ext uri="{FF2B5EF4-FFF2-40B4-BE49-F238E27FC236}">
                <a16:creationId xmlns:a16="http://schemas.microsoft.com/office/drawing/2014/main" id="{BB2A700D-DF35-EC99-99ED-A767C889D8AB}"/>
              </a:ext>
            </a:extLst>
          </p:cNvPr>
          <p:cNvPicPr>
            <a:picLocks noGrp="1" noChangeAspect="1"/>
          </p:cNvPicPr>
          <p:nvPr>
            <p:ph idx="1"/>
          </p:nvPr>
        </p:nvPicPr>
        <p:blipFill>
          <a:blip r:embed="rId2"/>
          <a:stretch>
            <a:fillRect/>
          </a:stretch>
        </p:blipFill>
        <p:spPr>
          <a:xfrm>
            <a:off x="121174" y="2396843"/>
            <a:ext cx="12246904" cy="3176217"/>
          </a:xfrm>
          <a:effectLst/>
        </p:spPr>
      </p:pic>
    </p:spTree>
    <p:extLst>
      <p:ext uri="{BB962C8B-B14F-4D97-AF65-F5344CB8AC3E}">
        <p14:creationId xmlns:p14="http://schemas.microsoft.com/office/powerpoint/2010/main" val="2869437727"/>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180DE8A2-73B1-4AFE-8FB9-BE4B66F39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6">
            <a:extLst>
              <a:ext uri="{FF2B5EF4-FFF2-40B4-BE49-F238E27FC236}">
                <a16:creationId xmlns:a16="http://schemas.microsoft.com/office/drawing/2014/main" id="{E5ADB140-E61F-4DA4-A342-F5EF70772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3B490CCF-E6B1-DE1F-B46C-B9F09B6C8135}"/>
              </a:ext>
            </a:extLst>
          </p:cNvPr>
          <p:cNvSpPr>
            <a:spLocks noGrp="1"/>
          </p:cNvSpPr>
          <p:nvPr>
            <p:ph type="title"/>
          </p:nvPr>
        </p:nvSpPr>
        <p:spPr>
          <a:xfrm>
            <a:off x="451514" y="394943"/>
            <a:ext cx="11288972" cy="816637"/>
          </a:xfrm>
          <a:effectLst/>
        </p:spPr>
        <p:txBody>
          <a:bodyPr vert="horz" lIns="91440" tIns="45720" rIns="91440" bIns="45720" rtlCol="0" anchor="b">
            <a:normAutofit/>
          </a:bodyPr>
          <a:lstStyle/>
          <a:p>
            <a:r>
              <a:rPr lang="en-US" sz="3200">
                <a:solidFill>
                  <a:srgbClr val="FFFFFF"/>
                </a:solidFill>
              </a:rPr>
              <a:t>Card Sort 2 Cont.</a:t>
            </a:r>
          </a:p>
        </p:txBody>
      </p:sp>
      <p:pic>
        <p:nvPicPr>
          <p:cNvPr id="3" name="Picture 3" descr="Graphical user interface, text, application, email&#10;&#10;Description automatically generated">
            <a:extLst>
              <a:ext uri="{FF2B5EF4-FFF2-40B4-BE49-F238E27FC236}">
                <a16:creationId xmlns:a16="http://schemas.microsoft.com/office/drawing/2014/main" id="{EC244710-0020-AA1D-890E-5FB3DBACD9E3}"/>
              </a:ext>
            </a:extLst>
          </p:cNvPr>
          <p:cNvPicPr>
            <a:picLocks noChangeAspect="1"/>
          </p:cNvPicPr>
          <p:nvPr/>
        </p:nvPicPr>
        <p:blipFill>
          <a:blip r:embed="rId2"/>
          <a:stretch>
            <a:fillRect/>
          </a:stretch>
        </p:blipFill>
        <p:spPr>
          <a:xfrm>
            <a:off x="200730" y="2262689"/>
            <a:ext cx="11958793" cy="4203079"/>
          </a:xfrm>
          <a:prstGeom prst="roundRect">
            <a:avLst>
              <a:gd name="adj" fmla="val 3876"/>
            </a:avLst>
          </a:prstGeom>
          <a:ln>
            <a:solidFill>
              <a:schemeClr val="bg1"/>
            </a:solidFill>
          </a:ln>
          <a:effectLst/>
        </p:spPr>
      </p:pic>
    </p:spTree>
    <p:extLst>
      <p:ext uri="{BB962C8B-B14F-4D97-AF65-F5344CB8AC3E}">
        <p14:creationId xmlns:p14="http://schemas.microsoft.com/office/powerpoint/2010/main" val="1578282474"/>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180DE8A2-73B1-4AFE-8FB9-BE4B66F39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E5ADB140-E61F-4DA4-A342-F5EF70772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8F24F60-6274-D744-3B84-C853642DAAED}"/>
              </a:ext>
            </a:extLst>
          </p:cNvPr>
          <p:cNvSpPr>
            <a:spLocks noGrp="1"/>
          </p:cNvSpPr>
          <p:nvPr>
            <p:ph type="title"/>
          </p:nvPr>
        </p:nvSpPr>
        <p:spPr>
          <a:xfrm>
            <a:off x="451514" y="394943"/>
            <a:ext cx="11288972" cy="816637"/>
          </a:xfrm>
          <a:effectLst/>
        </p:spPr>
        <p:txBody>
          <a:bodyPr vert="horz" lIns="91440" tIns="45720" rIns="91440" bIns="45720" rtlCol="0" anchor="b">
            <a:normAutofit/>
          </a:bodyPr>
          <a:lstStyle/>
          <a:p>
            <a:r>
              <a:rPr lang="en-US" sz="3200">
                <a:solidFill>
                  <a:srgbClr val="FFFFFF"/>
                </a:solidFill>
              </a:rPr>
              <a:t>Card Sort 2 Cont.</a:t>
            </a:r>
          </a:p>
        </p:txBody>
      </p:sp>
      <p:pic>
        <p:nvPicPr>
          <p:cNvPr id="4" name="Picture 4" descr="Table&#10;&#10;Description automatically generated">
            <a:extLst>
              <a:ext uri="{FF2B5EF4-FFF2-40B4-BE49-F238E27FC236}">
                <a16:creationId xmlns:a16="http://schemas.microsoft.com/office/drawing/2014/main" id="{9BEEC078-1CD0-CF95-9433-BD5B7BBCFE23}"/>
              </a:ext>
            </a:extLst>
          </p:cNvPr>
          <p:cNvPicPr>
            <a:picLocks noGrp="1" noChangeAspect="1"/>
          </p:cNvPicPr>
          <p:nvPr>
            <p:ph idx="1"/>
          </p:nvPr>
        </p:nvPicPr>
        <p:blipFill>
          <a:blip r:embed="rId2"/>
          <a:stretch>
            <a:fillRect/>
          </a:stretch>
        </p:blipFill>
        <p:spPr>
          <a:xfrm>
            <a:off x="1618628" y="2253044"/>
            <a:ext cx="9415300" cy="4608192"/>
          </a:xfrm>
          <a:prstGeom prst="roundRect">
            <a:avLst>
              <a:gd name="adj" fmla="val 3876"/>
            </a:avLst>
          </a:prstGeom>
          <a:ln>
            <a:solidFill>
              <a:schemeClr val="bg1"/>
            </a:solidFill>
          </a:ln>
          <a:effectLst/>
        </p:spPr>
      </p:pic>
    </p:spTree>
    <p:extLst>
      <p:ext uri="{BB962C8B-B14F-4D97-AF65-F5344CB8AC3E}">
        <p14:creationId xmlns:p14="http://schemas.microsoft.com/office/powerpoint/2010/main" val="106043988"/>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180DE8A2-73B1-4AFE-8FB9-BE4B66F39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E5ADB140-E61F-4DA4-A342-F5EF70772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8F24F60-6274-D744-3B84-C853642DAAED}"/>
              </a:ext>
            </a:extLst>
          </p:cNvPr>
          <p:cNvSpPr>
            <a:spLocks noGrp="1"/>
          </p:cNvSpPr>
          <p:nvPr>
            <p:ph type="title"/>
          </p:nvPr>
        </p:nvSpPr>
        <p:spPr>
          <a:xfrm>
            <a:off x="451514" y="394943"/>
            <a:ext cx="11288972" cy="816637"/>
          </a:xfrm>
          <a:effectLst/>
        </p:spPr>
        <p:txBody>
          <a:bodyPr vert="horz" lIns="91440" tIns="45720" rIns="91440" bIns="45720" rtlCol="0" anchor="b">
            <a:normAutofit/>
          </a:bodyPr>
          <a:lstStyle/>
          <a:p>
            <a:r>
              <a:rPr lang="en-US" sz="3200">
                <a:solidFill>
                  <a:srgbClr val="FFFFFF"/>
                </a:solidFill>
              </a:rPr>
              <a:t>Card Sort 2 Cont.</a:t>
            </a:r>
          </a:p>
        </p:txBody>
      </p:sp>
      <p:pic>
        <p:nvPicPr>
          <p:cNvPr id="8" name="Picture 11" descr="Graphical user interface, table&#10;&#10;Description automatically generated">
            <a:extLst>
              <a:ext uri="{FF2B5EF4-FFF2-40B4-BE49-F238E27FC236}">
                <a16:creationId xmlns:a16="http://schemas.microsoft.com/office/drawing/2014/main" id="{6F3DF5D9-F77C-C8C2-823C-502EFE8E1DF8}"/>
              </a:ext>
            </a:extLst>
          </p:cNvPr>
          <p:cNvPicPr>
            <a:picLocks noChangeAspect="1"/>
          </p:cNvPicPr>
          <p:nvPr/>
        </p:nvPicPr>
        <p:blipFill>
          <a:blip r:embed="rId2"/>
          <a:stretch>
            <a:fillRect/>
          </a:stretch>
        </p:blipFill>
        <p:spPr>
          <a:xfrm>
            <a:off x="596096" y="2221634"/>
            <a:ext cx="8154364" cy="4633212"/>
          </a:xfrm>
          <a:prstGeom prst="rect">
            <a:avLst/>
          </a:prstGeom>
        </p:spPr>
      </p:pic>
    </p:spTree>
    <p:extLst>
      <p:ext uri="{BB962C8B-B14F-4D97-AF65-F5344CB8AC3E}">
        <p14:creationId xmlns:p14="http://schemas.microsoft.com/office/powerpoint/2010/main" val="3769246770"/>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180DE8A2-73B1-4AFE-8FB9-BE4B66F39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6">
            <a:extLst>
              <a:ext uri="{FF2B5EF4-FFF2-40B4-BE49-F238E27FC236}">
                <a16:creationId xmlns:a16="http://schemas.microsoft.com/office/drawing/2014/main" id="{E5ADB140-E61F-4DA4-A342-F5EF70772D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solidFill>
            <a:srgbClr val="212121"/>
          </a:solidFill>
          <a:ln>
            <a:noFill/>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8F24F60-6274-D744-3B84-C853642DAAED}"/>
              </a:ext>
            </a:extLst>
          </p:cNvPr>
          <p:cNvSpPr>
            <a:spLocks noGrp="1"/>
          </p:cNvSpPr>
          <p:nvPr>
            <p:ph type="title"/>
          </p:nvPr>
        </p:nvSpPr>
        <p:spPr>
          <a:xfrm>
            <a:off x="451514" y="394943"/>
            <a:ext cx="11288972" cy="816637"/>
          </a:xfrm>
          <a:effectLst/>
        </p:spPr>
        <p:txBody>
          <a:bodyPr vert="horz" lIns="91440" tIns="45720" rIns="91440" bIns="45720" rtlCol="0" anchor="b">
            <a:normAutofit/>
          </a:bodyPr>
          <a:lstStyle/>
          <a:p>
            <a:r>
              <a:rPr lang="en-US" sz="3200">
                <a:solidFill>
                  <a:srgbClr val="FFFFFF"/>
                </a:solidFill>
              </a:rPr>
              <a:t>Card Sort 2 Cont.</a:t>
            </a:r>
          </a:p>
        </p:txBody>
      </p:sp>
      <p:pic>
        <p:nvPicPr>
          <p:cNvPr id="19" name="Picture 19">
            <a:extLst>
              <a:ext uri="{FF2B5EF4-FFF2-40B4-BE49-F238E27FC236}">
                <a16:creationId xmlns:a16="http://schemas.microsoft.com/office/drawing/2014/main" id="{C7D1F217-914B-4E6F-08B0-5ABC500EB26B}"/>
              </a:ext>
            </a:extLst>
          </p:cNvPr>
          <p:cNvPicPr>
            <a:picLocks noChangeAspect="1"/>
          </p:cNvPicPr>
          <p:nvPr/>
        </p:nvPicPr>
        <p:blipFill>
          <a:blip r:embed="rId2"/>
          <a:stretch>
            <a:fillRect/>
          </a:stretch>
        </p:blipFill>
        <p:spPr>
          <a:xfrm>
            <a:off x="354957" y="2555515"/>
            <a:ext cx="11549604" cy="2248538"/>
          </a:xfrm>
          <a:prstGeom prst="rect">
            <a:avLst/>
          </a:prstGeom>
        </p:spPr>
      </p:pic>
    </p:spTree>
    <p:extLst>
      <p:ext uri="{BB962C8B-B14F-4D97-AF65-F5344CB8AC3E}">
        <p14:creationId xmlns:p14="http://schemas.microsoft.com/office/powerpoint/2010/main" val="975492809"/>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9E75D15-CF17-4901-A858-1470ED6597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212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DF323B8-8C06-4F56-BB4B-B8857128A0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w="22225">
            <a:solidFill>
              <a:srgbClr val="22AC2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descr="A picture containing graphical user interface&#10;&#10;Description automatically generated">
            <a:extLst>
              <a:ext uri="{FF2B5EF4-FFF2-40B4-BE49-F238E27FC236}">
                <a16:creationId xmlns:a16="http://schemas.microsoft.com/office/drawing/2014/main" id="{E3E5A461-8421-307D-1C06-F3122CBBD3F8}"/>
              </a:ext>
            </a:extLst>
          </p:cNvPr>
          <p:cNvPicPr>
            <a:picLocks noGrp="1" noChangeAspect="1"/>
          </p:cNvPicPr>
          <p:nvPr>
            <p:ph idx="1"/>
          </p:nvPr>
        </p:nvPicPr>
        <p:blipFill>
          <a:blip r:embed="rId2"/>
          <a:stretch>
            <a:fillRect/>
          </a:stretch>
        </p:blipFill>
        <p:spPr>
          <a:xfrm>
            <a:off x="776041" y="1008419"/>
            <a:ext cx="10639918" cy="4841162"/>
          </a:xfrm>
          <a:prstGeom prst="rect">
            <a:avLst/>
          </a:prstGeom>
        </p:spPr>
      </p:pic>
    </p:spTree>
    <p:extLst>
      <p:ext uri="{BB962C8B-B14F-4D97-AF65-F5344CB8AC3E}">
        <p14:creationId xmlns:p14="http://schemas.microsoft.com/office/powerpoint/2010/main" val="28527444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B7743172-17A8-4FA4-8434-B813E03B7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4CE1233C-FD2F-489E-BFDE-086F5FED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9C1AFDC-9270-2BDA-01FE-0104ECDDB507}"/>
              </a:ext>
            </a:extLst>
          </p:cNvPr>
          <p:cNvSpPr>
            <a:spLocks noGrp="1"/>
          </p:cNvSpPr>
          <p:nvPr>
            <p:ph type="title"/>
          </p:nvPr>
        </p:nvSpPr>
        <p:spPr>
          <a:xfrm>
            <a:off x="451514" y="1800225"/>
            <a:ext cx="3444211" cy="4241136"/>
          </a:xfrm>
        </p:spPr>
        <p:txBody>
          <a:bodyPr vert="horz" lIns="91440" tIns="45720" rIns="91440" bIns="45720" rtlCol="0" anchor="t">
            <a:normAutofit/>
          </a:bodyPr>
          <a:lstStyle/>
          <a:p>
            <a:r>
              <a:rPr lang="en-US" sz="4400"/>
              <a:t>Tree testing</a:t>
            </a:r>
          </a:p>
        </p:txBody>
      </p:sp>
      <p:pic>
        <p:nvPicPr>
          <p:cNvPr id="6" name="Picture 6" descr="Graphical user interface, chart&#10;&#10;Description automatically generated">
            <a:extLst>
              <a:ext uri="{FF2B5EF4-FFF2-40B4-BE49-F238E27FC236}">
                <a16:creationId xmlns:a16="http://schemas.microsoft.com/office/drawing/2014/main" id="{DB5DD0A6-C301-5F1B-AADD-9E6EDB507425}"/>
              </a:ext>
            </a:extLst>
          </p:cNvPr>
          <p:cNvPicPr>
            <a:picLocks noGrp="1" noChangeAspect="1"/>
          </p:cNvPicPr>
          <p:nvPr>
            <p:ph idx="1"/>
          </p:nvPr>
        </p:nvPicPr>
        <p:blipFill>
          <a:blip r:embed="rId3"/>
          <a:stretch>
            <a:fillRect/>
          </a:stretch>
        </p:blipFill>
        <p:spPr>
          <a:xfrm>
            <a:off x="4814125" y="991364"/>
            <a:ext cx="7194361" cy="4447357"/>
          </a:xfrm>
        </p:spPr>
      </p:pic>
    </p:spTree>
    <p:extLst>
      <p:ext uri="{BB962C8B-B14F-4D97-AF65-F5344CB8AC3E}">
        <p14:creationId xmlns:p14="http://schemas.microsoft.com/office/powerpoint/2010/main" val="1329923175"/>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79277119-B941-4A45-9322-FA2BC135D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DFDB457D-F372-428B-A10D-41080EF93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flipH="1">
            <a:off x="7554995"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42B323B-4B23-CD27-2196-CBA53D8A610C}"/>
              </a:ext>
            </a:extLst>
          </p:cNvPr>
          <p:cNvSpPr>
            <a:spLocks noGrp="1"/>
          </p:cNvSpPr>
          <p:nvPr>
            <p:ph type="title"/>
          </p:nvPr>
        </p:nvSpPr>
        <p:spPr>
          <a:xfrm>
            <a:off x="8134349" y="1819275"/>
            <a:ext cx="3606137" cy="4222087"/>
          </a:xfrm>
        </p:spPr>
        <p:txBody>
          <a:bodyPr vert="horz" lIns="91440" tIns="45720" rIns="91440" bIns="45720" rtlCol="0" anchor="t">
            <a:normAutofit/>
          </a:bodyPr>
          <a:lstStyle/>
          <a:p>
            <a:r>
              <a:rPr lang="en-US" sz="4400"/>
              <a:t>Tree testing cont.</a:t>
            </a:r>
          </a:p>
        </p:txBody>
      </p:sp>
      <p:pic>
        <p:nvPicPr>
          <p:cNvPr id="6" name="Picture 6">
            <a:extLst>
              <a:ext uri="{FF2B5EF4-FFF2-40B4-BE49-F238E27FC236}">
                <a16:creationId xmlns:a16="http://schemas.microsoft.com/office/drawing/2014/main" id="{0BBC6208-CB11-C3A0-6380-B89F5B03D8F0}"/>
              </a:ext>
            </a:extLst>
          </p:cNvPr>
          <p:cNvPicPr>
            <a:picLocks noGrp="1" noChangeAspect="1"/>
          </p:cNvPicPr>
          <p:nvPr>
            <p:ph idx="1"/>
          </p:nvPr>
        </p:nvPicPr>
        <p:blipFill>
          <a:blip r:embed="rId3"/>
          <a:stretch>
            <a:fillRect/>
          </a:stretch>
        </p:blipFill>
        <p:spPr>
          <a:xfrm>
            <a:off x="113323" y="821008"/>
            <a:ext cx="7383584" cy="4844753"/>
          </a:xfrm>
        </p:spPr>
      </p:pic>
    </p:spTree>
    <p:extLst>
      <p:ext uri="{BB962C8B-B14F-4D97-AF65-F5344CB8AC3E}">
        <p14:creationId xmlns:p14="http://schemas.microsoft.com/office/powerpoint/2010/main" val="2476330641"/>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133F8CB7-795C-4272-9073-64D8CF97F2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3175"/>
            <a:ext cx="12192000" cy="5203825"/>
          </a:xfrm>
          <a:custGeom>
            <a:avLst/>
            <a:gdLst/>
            <a:ahLst/>
            <a:cxnLst/>
            <a:rect l="0" t="0" r="r" b="b"/>
            <a:pathLst>
              <a:path w="5760" h="3278">
                <a:moveTo>
                  <a:pt x="5760" y="0"/>
                </a:moveTo>
                <a:lnTo>
                  <a:pt x="0" y="0"/>
                </a:lnTo>
                <a:lnTo>
                  <a:pt x="0" y="3090"/>
                </a:lnTo>
                <a:lnTo>
                  <a:pt x="943" y="3090"/>
                </a:lnTo>
                <a:lnTo>
                  <a:pt x="1123" y="3270"/>
                </a:lnTo>
                <a:lnTo>
                  <a:pt x="1123" y="3270"/>
                </a:lnTo>
                <a:lnTo>
                  <a:pt x="1127" y="3272"/>
                </a:lnTo>
                <a:lnTo>
                  <a:pt x="1133" y="3275"/>
                </a:lnTo>
                <a:lnTo>
                  <a:pt x="1139" y="3278"/>
                </a:lnTo>
                <a:lnTo>
                  <a:pt x="1144" y="3278"/>
                </a:lnTo>
                <a:lnTo>
                  <a:pt x="1150" y="3278"/>
                </a:lnTo>
                <a:lnTo>
                  <a:pt x="1155" y="3275"/>
                </a:lnTo>
                <a:lnTo>
                  <a:pt x="1161" y="3272"/>
                </a:lnTo>
                <a:lnTo>
                  <a:pt x="1165" y="3270"/>
                </a:lnTo>
                <a:lnTo>
                  <a:pt x="1345" y="3090"/>
                </a:lnTo>
                <a:lnTo>
                  <a:pt x="5760" y="3090"/>
                </a:lnTo>
                <a:lnTo>
                  <a:pt x="5760" y="0"/>
                </a:lnTo>
                <a:close/>
              </a:path>
            </a:pathLst>
          </a:custGeom>
          <a:ln/>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11" name="Rectangle 10">
            <a:extLst>
              <a:ext uri="{FF2B5EF4-FFF2-40B4-BE49-F238E27FC236}">
                <a16:creationId xmlns:a16="http://schemas.microsoft.com/office/drawing/2014/main" id="{B7743172-17A8-4FA4-8434-B813E03B7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23">
            <a:extLst>
              <a:ext uri="{FF2B5EF4-FFF2-40B4-BE49-F238E27FC236}">
                <a16:creationId xmlns:a16="http://schemas.microsoft.com/office/drawing/2014/main" id="{4CE1233C-FD2F-489E-BFDE-086F5FED6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4637005" cy="6858000"/>
          </a:xfrm>
          <a:custGeom>
            <a:avLst/>
            <a:gdLst>
              <a:gd name="connsiteX0" fmla="*/ 0 w 4637005"/>
              <a:gd name="connsiteY0" fmla="*/ 0 h 6858000"/>
              <a:gd name="connsiteX1" fmla="*/ 4637005 w 4637005"/>
              <a:gd name="connsiteY1" fmla="*/ 0 h 6858000"/>
              <a:gd name="connsiteX2" fmla="*/ 4637005 w 4637005"/>
              <a:gd name="connsiteY2" fmla="*/ 1900238 h 6858000"/>
              <a:gd name="connsiteX3" fmla="*/ 4266589 w 4637005"/>
              <a:gd name="connsiteY3" fmla="*/ 2178050 h 6858000"/>
              <a:gd name="connsiteX4" fmla="*/ 4262355 w 4637005"/>
              <a:gd name="connsiteY4" fmla="*/ 2184400 h 6858000"/>
              <a:gd name="connsiteX5" fmla="*/ 4256005 w 4637005"/>
              <a:gd name="connsiteY5" fmla="*/ 2193925 h 6858000"/>
              <a:gd name="connsiteX6" fmla="*/ 4249655 w 4637005"/>
              <a:gd name="connsiteY6" fmla="*/ 2201863 h 6858000"/>
              <a:gd name="connsiteX7" fmla="*/ 4249655 w 4637005"/>
              <a:gd name="connsiteY7" fmla="*/ 2211388 h 6858000"/>
              <a:gd name="connsiteX8" fmla="*/ 4249655 w 4637005"/>
              <a:gd name="connsiteY8" fmla="*/ 2220913 h 6858000"/>
              <a:gd name="connsiteX9" fmla="*/ 4256005 w 4637005"/>
              <a:gd name="connsiteY9" fmla="*/ 2228850 h 6858000"/>
              <a:gd name="connsiteX10" fmla="*/ 4262355 w 4637005"/>
              <a:gd name="connsiteY10" fmla="*/ 2238375 h 6858000"/>
              <a:gd name="connsiteX11" fmla="*/ 4266589 w 4637005"/>
              <a:gd name="connsiteY11" fmla="*/ 2244725 h 6858000"/>
              <a:gd name="connsiteX12" fmla="*/ 4637005 w 4637005"/>
              <a:gd name="connsiteY12" fmla="*/ 2522538 h 6858000"/>
              <a:gd name="connsiteX13" fmla="*/ 4637005 w 4637005"/>
              <a:gd name="connsiteY13" fmla="*/ 6858000 h 6858000"/>
              <a:gd name="connsiteX14" fmla="*/ 0 w 4637005"/>
              <a:gd name="connsiteY1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637005" h="6858000">
                <a:moveTo>
                  <a:pt x="0" y="0"/>
                </a:moveTo>
                <a:lnTo>
                  <a:pt x="4637005" y="0"/>
                </a:lnTo>
                <a:lnTo>
                  <a:pt x="4637005" y="1900238"/>
                </a:lnTo>
                <a:lnTo>
                  <a:pt x="4266589" y="2178050"/>
                </a:lnTo>
                <a:lnTo>
                  <a:pt x="4262355" y="2184400"/>
                </a:lnTo>
                <a:lnTo>
                  <a:pt x="4256005" y="2193925"/>
                </a:lnTo>
                <a:lnTo>
                  <a:pt x="4249655" y="2201863"/>
                </a:lnTo>
                <a:lnTo>
                  <a:pt x="4249655" y="2211388"/>
                </a:lnTo>
                <a:lnTo>
                  <a:pt x="4249655" y="2220913"/>
                </a:lnTo>
                <a:lnTo>
                  <a:pt x="4256005" y="2228850"/>
                </a:lnTo>
                <a:lnTo>
                  <a:pt x="4262355" y="2238375"/>
                </a:lnTo>
                <a:lnTo>
                  <a:pt x="4266589" y="2244725"/>
                </a:lnTo>
                <a:lnTo>
                  <a:pt x="4637005" y="2522538"/>
                </a:lnTo>
                <a:lnTo>
                  <a:pt x="4637005" y="6858000"/>
                </a:lnTo>
                <a:lnTo>
                  <a:pt x="0" y="6858000"/>
                </a:lnTo>
                <a:close/>
              </a:path>
            </a:pathLst>
          </a:custGeom>
          <a:blipFill>
            <a:blip r:embed="rId2">
              <a:duotone>
                <a:schemeClr val="accent1">
                  <a:tint val="98000"/>
                  <a:lumMod val="102000"/>
                </a:schemeClr>
                <a:schemeClr val="accent1">
                  <a:shade val="98000"/>
                  <a:lumMod val="98000"/>
                </a:schemeClr>
              </a:duotone>
            </a:blip>
            <a:tile tx="0" ty="0" sx="100000" sy="100000" flip="none" algn="tl"/>
          </a:blipFill>
          <a:ln>
            <a:headEnd/>
            <a:tailEnd/>
          </a:ln>
        </p:spPr>
        <p:style>
          <a:lnRef idx="1">
            <a:schemeClr val="accent1"/>
          </a:lnRef>
          <a:fillRef idx="3">
            <a:schemeClr val="accent1"/>
          </a:fillRef>
          <a:effectRef idx="2">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87B8EF7-55D0-CC6E-5558-299973C8F225}"/>
              </a:ext>
            </a:extLst>
          </p:cNvPr>
          <p:cNvSpPr>
            <a:spLocks noGrp="1"/>
          </p:cNvSpPr>
          <p:nvPr>
            <p:ph type="title"/>
          </p:nvPr>
        </p:nvSpPr>
        <p:spPr>
          <a:xfrm>
            <a:off x="451514" y="1800225"/>
            <a:ext cx="3444211" cy="4241136"/>
          </a:xfrm>
        </p:spPr>
        <p:txBody>
          <a:bodyPr vert="horz" lIns="91440" tIns="45720" rIns="91440" bIns="45720" rtlCol="0" anchor="t">
            <a:normAutofit/>
          </a:bodyPr>
          <a:lstStyle/>
          <a:p>
            <a:r>
              <a:rPr lang="en-US" sz="4400"/>
              <a:t>Tree testing cont.</a:t>
            </a:r>
          </a:p>
        </p:txBody>
      </p:sp>
      <p:pic>
        <p:nvPicPr>
          <p:cNvPr id="6" name="Picture 6" descr="Graphical user interface, chart, application&#10;&#10;Description automatically generated">
            <a:extLst>
              <a:ext uri="{FF2B5EF4-FFF2-40B4-BE49-F238E27FC236}">
                <a16:creationId xmlns:a16="http://schemas.microsoft.com/office/drawing/2014/main" id="{D2C49EC3-AFBF-1153-D7EB-8644E73AF0A6}"/>
              </a:ext>
            </a:extLst>
          </p:cNvPr>
          <p:cNvPicPr>
            <a:picLocks noGrp="1" noChangeAspect="1"/>
          </p:cNvPicPr>
          <p:nvPr>
            <p:ph idx="1"/>
          </p:nvPr>
        </p:nvPicPr>
        <p:blipFill>
          <a:blip r:embed="rId3"/>
          <a:stretch>
            <a:fillRect/>
          </a:stretch>
        </p:blipFill>
        <p:spPr>
          <a:xfrm>
            <a:off x="4695092" y="1118954"/>
            <a:ext cx="7422661" cy="4209783"/>
          </a:xfrm>
        </p:spPr>
      </p:pic>
    </p:spTree>
    <p:extLst>
      <p:ext uri="{BB962C8B-B14F-4D97-AF65-F5344CB8AC3E}">
        <p14:creationId xmlns:p14="http://schemas.microsoft.com/office/powerpoint/2010/main" val="2608691329"/>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744C-D3EC-F03E-335C-EC9753272C9F}"/>
              </a:ext>
            </a:extLst>
          </p:cNvPr>
          <p:cNvSpPr>
            <a:spLocks noGrp="1"/>
          </p:cNvSpPr>
          <p:nvPr>
            <p:ph type="title"/>
          </p:nvPr>
        </p:nvSpPr>
        <p:spPr/>
        <p:txBody>
          <a:bodyPr/>
          <a:lstStyle/>
          <a:p>
            <a:r>
              <a:rPr lang="en-US"/>
              <a:t>First Click Testing</a:t>
            </a:r>
          </a:p>
        </p:txBody>
      </p:sp>
      <p:pic>
        <p:nvPicPr>
          <p:cNvPr id="6" name="Picture 6" descr="A picture containing timeline&#10;&#10;Description automatically generated">
            <a:extLst>
              <a:ext uri="{FF2B5EF4-FFF2-40B4-BE49-F238E27FC236}">
                <a16:creationId xmlns:a16="http://schemas.microsoft.com/office/drawing/2014/main" id="{E980EE69-3690-E20C-B12D-C6376599AE40}"/>
              </a:ext>
            </a:extLst>
          </p:cNvPr>
          <p:cNvPicPr>
            <a:picLocks noGrp="1" noChangeAspect="1"/>
          </p:cNvPicPr>
          <p:nvPr>
            <p:ph idx="1"/>
          </p:nvPr>
        </p:nvPicPr>
        <p:blipFill>
          <a:blip r:embed="rId2"/>
          <a:stretch>
            <a:fillRect/>
          </a:stretch>
        </p:blipFill>
        <p:spPr>
          <a:xfrm>
            <a:off x="1074562" y="2222287"/>
            <a:ext cx="8675180" cy="4574356"/>
          </a:xfrm>
        </p:spPr>
      </p:pic>
    </p:spTree>
    <p:extLst>
      <p:ext uri="{BB962C8B-B14F-4D97-AF65-F5344CB8AC3E}">
        <p14:creationId xmlns:p14="http://schemas.microsoft.com/office/powerpoint/2010/main" val="8797423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280E-B84A-05C4-DA07-BABD4A8E557E}"/>
              </a:ext>
            </a:extLst>
          </p:cNvPr>
          <p:cNvSpPr>
            <a:spLocks noGrp="1"/>
          </p:cNvSpPr>
          <p:nvPr>
            <p:ph type="title"/>
          </p:nvPr>
        </p:nvSpPr>
        <p:spPr/>
        <p:txBody>
          <a:bodyPr/>
          <a:lstStyle/>
          <a:p>
            <a:r>
              <a:rPr lang="en-US"/>
              <a:t>First Click Testing Cont. : Task Results</a:t>
            </a:r>
          </a:p>
        </p:txBody>
      </p:sp>
      <p:pic>
        <p:nvPicPr>
          <p:cNvPr id="9" name="Picture 9" descr="Chart&#10;&#10;Description automatically generated">
            <a:extLst>
              <a:ext uri="{FF2B5EF4-FFF2-40B4-BE49-F238E27FC236}">
                <a16:creationId xmlns:a16="http://schemas.microsoft.com/office/drawing/2014/main" id="{636C44DD-DB50-6B59-8BE2-C63B196F8F2E}"/>
              </a:ext>
            </a:extLst>
          </p:cNvPr>
          <p:cNvPicPr>
            <a:picLocks noGrp="1" noChangeAspect="1"/>
          </p:cNvPicPr>
          <p:nvPr>
            <p:ph idx="1"/>
          </p:nvPr>
        </p:nvPicPr>
        <p:blipFill>
          <a:blip r:embed="rId2"/>
          <a:stretch>
            <a:fillRect/>
          </a:stretch>
        </p:blipFill>
        <p:spPr>
          <a:xfrm>
            <a:off x="1184566" y="2241825"/>
            <a:ext cx="10194096" cy="4437587"/>
          </a:xfrm>
        </p:spPr>
      </p:pic>
    </p:spTree>
    <p:extLst>
      <p:ext uri="{BB962C8B-B14F-4D97-AF65-F5344CB8AC3E}">
        <p14:creationId xmlns:p14="http://schemas.microsoft.com/office/powerpoint/2010/main" val="36497558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24E85-443B-97F8-960F-8498137BD4F6}"/>
              </a:ext>
            </a:extLst>
          </p:cNvPr>
          <p:cNvSpPr>
            <a:spLocks noGrp="1"/>
          </p:cNvSpPr>
          <p:nvPr>
            <p:ph type="title"/>
          </p:nvPr>
        </p:nvSpPr>
        <p:spPr/>
        <p:txBody>
          <a:bodyPr/>
          <a:lstStyle/>
          <a:p>
            <a:r>
              <a:rPr lang="en-US">
                <a:ea typeface="+mj-lt"/>
                <a:cs typeface="+mj-lt"/>
              </a:rPr>
              <a:t>First Click Testing Cont. : Task Results</a:t>
            </a:r>
            <a:endParaRPr lang="en-US" b="0">
              <a:ea typeface="+mj-lt"/>
              <a:cs typeface="+mj-lt"/>
            </a:endParaRPr>
          </a:p>
        </p:txBody>
      </p:sp>
      <p:pic>
        <p:nvPicPr>
          <p:cNvPr id="6" name="Picture 6" descr="A picture containing chart&#10;&#10;Description automatically generated">
            <a:extLst>
              <a:ext uri="{FF2B5EF4-FFF2-40B4-BE49-F238E27FC236}">
                <a16:creationId xmlns:a16="http://schemas.microsoft.com/office/drawing/2014/main" id="{481D573A-CD0E-7263-14F0-57D3A016A93E}"/>
              </a:ext>
            </a:extLst>
          </p:cNvPr>
          <p:cNvPicPr>
            <a:picLocks noGrp="1" noChangeAspect="1"/>
          </p:cNvPicPr>
          <p:nvPr>
            <p:ph idx="1"/>
          </p:nvPr>
        </p:nvPicPr>
        <p:blipFill>
          <a:blip r:embed="rId2"/>
          <a:stretch>
            <a:fillRect/>
          </a:stretch>
        </p:blipFill>
        <p:spPr>
          <a:xfrm>
            <a:off x="1042782" y="2261364"/>
            <a:ext cx="10174818" cy="4378972"/>
          </a:xfrm>
        </p:spPr>
      </p:pic>
    </p:spTree>
    <p:extLst>
      <p:ext uri="{BB962C8B-B14F-4D97-AF65-F5344CB8AC3E}">
        <p14:creationId xmlns:p14="http://schemas.microsoft.com/office/powerpoint/2010/main" val="1130530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6612-E6F4-E925-66C2-DCB5F72026D0}"/>
              </a:ext>
            </a:extLst>
          </p:cNvPr>
          <p:cNvSpPr>
            <a:spLocks noGrp="1"/>
          </p:cNvSpPr>
          <p:nvPr>
            <p:ph type="title"/>
          </p:nvPr>
        </p:nvSpPr>
        <p:spPr/>
        <p:txBody>
          <a:bodyPr/>
          <a:lstStyle/>
          <a:p>
            <a:r>
              <a:rPr lang="en-US"/>
              <a:t>First Click Testing Cont. : Task Results</a:t>
            </a:r>
            <a:endParaRPr lang="en-US" b="0">
              <a:ea typeface="+mj-lt"/>
              <a:cs typeface="+mj-lt"/>
            </a:endParaRPr>
          </a:p>
        </p:txBody>
      </p:sp>
      <p:pic>
        <p:nvPicPr>
          <p:cNvPr id="6" name="Picture 6" descr="A picture containing chart&#10;&#10;Description automatically generated">
            <a:extLst>
              <a:ext uri="{FF2B5EF4-FFF2-40B4-BE49-F238E27FC236}">
                <a16:creationId xmlns:a16="http://schemas.microsoft.com/office/drawing/2014/main" id="{7C46A6C9-3A4F-DEB8-7FCF-F8710E51190A}"/>
              </a:ext>
            </a:extLst>
          </p:cNvPr>
          <p:cNvPicPr>
            <a:picLocks noGrp="1" noChangeAspect="1"/>
          </p:cNvPicPr>
          <p:nvPr>
            <p:ph idx="1"/>
          </p:nvPr>
        </p:nvPicPr>
        <p:blipFill>
          <a:blip r:embed="rId2"/>
          <a:stretch>
            <a:fillRect/>
          </a:stretch>
        </p:blipFill>
        <p:spPr>
          <a:xfrm>
            <a:off x="884774" y="2251595"/>
            <a:ext cx="10422450" cy="4447356"/>
          </a:xfrm>
        </p:spPr>
      </p:pic>
    </p:spTree>
    <p:extLst>
      <p:ext uri="{BB962C8B-B14F-4D97-AF65-F5344CB8AC3E}">
        <p14:creationId xmlns:p14="http://schemas.microsoft.com/office/powerpoint/2010/main" val="6647289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CA849-148B-EDD7-6310-5FD27957CDFB}"/>
              </a:ext>
            </a:extLst>
          </p:cNvPr>
          <p:cNvSpPr>
            <a:spLocks noGrp="1"/>
          </p:cNvSpPr>
          <p:nvPr>
            <p:ph type="title"/>
          </p:nvPr>
        </p:nvSpPr>
        <p:spPr/>
        <p:txBody>
          <a:bodyPr/>
          <a:lstStyle/>
          <a:p>
            <a:r>
              <a:rPr lang="en-US"/>
              <a:t>First Click Testing cont. : </a:t>
            </a:r>
            <a:r>
              <a:rPr lang="en-US" err="1"/>
              <a:t>Clickmaps</a:t>
            </a:r>
          </a:p>
        </p:txBody>
      </p:sp>
      <p:sp>
        <p:nvSpPr>
          <p:cNvPr id="3" name="Content Placeholder 2">
            <a:extLst>
              <a:ext uri="{FF2B5EF4-FFF2-40B4-BE49-F238E27FC236}">
                <a16:creationId xmlns:a16="http://schemas.microsoft.com/office/drawing/2014/main" id="{47F9F20C-D3FE-3B32-6B54-E8309961E3C5}"/>
              </a:ext>
            </a:extLst>
          </p:cNvPr>
          <p:cNvSpPr>
            <a:spLocks noGrp="1"/>
          </p:cNvSpPr>
          <p:nvPr>
            <p:ph sz="half" idx="1"/>
          </p:nvPr>
        </p:nvSpPr>
        <p:spPr/>
        <p:txBody>
          <a:bodyPr/>
          <a:lstStyle/>
          <a:p>
            <a:r>
              <a:rPr lang="en-US"/>
              <a:t>Task 1: You are  visiting rural Canada for the first time. You're looking for something to do. Where would you look for that information?</a:t>
            </a:r>
          </a:p>
          <a:p>
            <a:r>
              <a:rPr lang="en-US"/>
              <a:t>6 clicks</a:t>
            </a:r>
          </a:p>
          <a:p>
            <a:r>
              <a:rPr lang="en-US"/>
              <a:t>5 successful</a:t>
            </a:r>
          </a:p>
          <a:p>
            <a:r>
              <a:rPr lang="en-US"/>
              <a:t>0 skips</a:t>
            </a:r>
          </a:p>
          <a:p>
            <a:r>
              <a:rPr lang="en-US"/>
              <a:t>14.3 avg (secs)</a:t>
            </a:r>
          </a:p>
        </p:txBody>
      </p:sp>
      <p:pic>
        <p:nvPicPr>
          <p:cNvPr id="7" name="Picture 7">
            <a:extLst>
              <a:ext uri="{FF2B5EF4-FFF2-40B4-BE49-F238E27FC236}">
                <a16:creationId xmlns:a16="http://schemas.microsoft.com/office/drawing/2014/main" id="{F3FF72FD-8E73-E456-B1ED-68FE2C0E7AA2}"/>
              </a:ext>
            </a:extLst>
          </p:cNvPr>
          <p:cNvPicPr>
            <a:picLocks noGrp="1" noChangeAspect="1"/>
          </p:cNvPicPr>
          <p:nvPr>
            <p:ph sz="half" idx="2"/>
          </p:nvPr>
        </p:nvPicPr>
        <p:blipFill>
          <a:blip r:embed="rId2"/>
          <a:stretch>
            <a:fillRect/>
          </a:stretch>
        </p:blipFill>
        <p:spPr>
          <a:xfrm>
            <a:off x="8001983" y="1909672"/>
            <a:ext cx="2288369" cy="4898994"/>
          </a:xfrm>
        </p:spPr>
      </p:pic>
    </p:spTree>
    <p:extLst>
      <p:ext uri="{BB962C8B-B14F-4D97-AF65-F5344CB8AC3E}">
        <p14:creationId xmlns:p14="http://schemas.microsoft.com/office/powerpoint/2010/main" val="1413095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0A363-5DCF-D180-C500-EB9D2C4DB602}"/>
              </a:ext>
            </a:extLst>
          </p:cNvPr>
          <p:cNvSpPr>
            <a:spLocks noGrp="1"/>
          </p:cNvSpPr>
          <p:nvPr>
            <p:ph type="title"/>
          </p:nvPr>
        </p:nvSpPr>
        <p:spPr/>
        <p:txBody>
          <a:bodyPr/>
          <a:lstStyle/>
          <a:p>
            <a:r>
              <a:rPr lang="en-US">
                <a:ea typeface="+mj-lt"/>
                <a:cs typeface="+mj-lt"/>
              </a:rPr>
              <a:t>First Click Testing cont. : </a:t>
            </a:r>
            <a:r>
              <a:rPr lang="en-US" err="1">
                <a:ea typeface="+mj-lt"/>
                <a:cs typeface="+mj-lt"/>
              </a:rPr>
              <a:t>Clickmaps</a:t>
            </a:r>
            <a:endParaRPr lang="en-US" err="1"/>
          </a:p>
        </p:txBody>
      </p:sp>
      <p:sp>
        <p:nvSpPr>
          <p:cNvPr id="3" name="Content Placeholder 2">
            <a:extLst>
              <a:ext uri="{FF2B5EF4-FFF2-40B4-BE49-F238E27FC236}">
                <a16:creationId xmlns:a16="http://schemas.microsoft.com/office/drawing/2014/main" id="{E6FD5F57-A983-D0CE-963C-514256D4A87F}"/>
              </a:ext>
            </a:extLst>
          </p:cNvPr>
          <p:cNvSpPr>
            <a:spLocks noGrp="1"/>
          </p:cNvSpPr>
          <p:nvPr>
            <p:ph sz="half" idx="1"/>
          </p:nvPr>
        </p:nvSpPr>
        <p:spPr/>
        <p:txBody>
          <a:bodyPr/>
          <a:lstStyle/>
          <a:p>
            <a:r>
              <a:rPr lang="en-US"/>
              <a:t>Task 2: You want to move to a small town, but it's a big step. How do you find ways to help the process?</a:t>
            </a:r>
          </a:p>
          <a:p>
            <a:r>
              <a:rPr lang="en-US"/>
              <a:t>6clicks</a:t>
            </a:r>
          </a:p>
          <a:p>
            <a:r>
              <a:rPr lang="en-US"/>
              <a:t>1 successful</a:t>
            </a:r>
          </a:p>
          <a:p>
            <a:r>
              <a:rPr lang="en-US"/>
              <a:t>0 skips</a:t>
            </a:r>
          </a:p>
          <a:p>
            <a:r>
              <a:rPr lang="en-US"/>
              <a:t>10.5 avg (secs)</a:t>
            </a:r>
          </a:p>
        </p:txBody>
      </p:sp>
      <p:pic>
        <p:nvPicPr>
          <p:cNvPr id="7" name="Picture 7" descr="Graphical user interface&#10;&#10;Description automatically generated">
            <a:extLst>
              <a:ext uri="{FF2B5EF4-FFF2-40B4-BE49-F238E27FC236}">
                <a16:creationId xmlns:a16="http://schemas.microsoft.com/office/drawing/2014/main" id="{FBD19699-7A14-93E9-02DE-ABB251055255}"/>
              </a:ext>
            </a:extLst>
          </p:cNvPr>
          <p:cNvPicPr>
            <a:picLocks noGrp="1" noChangeAspect="1"/>
          </p:cNvPicPr>
          <p:nvPr>
            <p:ph sz="half" idx="2"/>
          </p:nvPr>
        </p:nvPicPr>
        <p:blipFill>
          <a:blip r:embed="rId2"/>
          <a:stretch>
            <a:fillRect/>
          </a:stretch>
        </p:blipFill>
        <p:spPr>
          <a:xfrm>
            <a:off x="7810621" y="1919441"/>
            <a:ext cx="2211940" cy="4820841"/>
          </a:xfrm>
        </p:spPr>
      </p:pic>
    </p:spTree>
    <p:extLst>
      <p:ext uri="{BB962C8B-B14F-4D97-AF65-F5344CB8AC3E}">
        <p14:creationId xmlns:p14="http://schemas.microsoft.com/office/powerpoint/2010/main" val="22693642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3ED13-02B8-BDDE-39D9-4D6303B8CA65}"/>
              </a:ext>
            </a:extLst>
          </p:cNvPr>
          <p:cNvSpPr>
            <a:spLocks noGrp="1"/>
          </p:cNvSpPr>
          <p:nvPr>
            <p:ph type="title"/>
          </p:nvPr>
        </p:nvSpPr>
        <p:spPr/>
        <p:txBody>
          <a:bodyPr/>
          <a:lstStyle/>
          <a:p>
            <a:r>
              <a:rPr lang="en-US">
                <a:ea typeface="+mj-lt"/>
                <a:cs typeface="+mj-lt"/>
              </a:rPr>
              <a:t>First Click Testing cont. : </a:t>
            </a:r>
            <a:r>
              <a:rPr lang="en-US" err="1">
                <a:ea typeface="+mj-lt"/>
                <a:cs typeface="+mj-lt"/>
              </a:rPr>
              <a:t>Clickmaps</a:t>
            </a:r>
            <a:endParaRPr lang="en-US" b="0" err="1">
              <a:ea typeface="+mj-lt"/>
              <a:cs typeface="+mj-lt"/>
            </a:endParaRPr>
          </a:p>
        </p:txBody>
      </p:sp>
      <p:sp>
        <p:nvSpPr>
          <p:cNvPr id="3" name="Content Placeholder 2">
            <a:extLst>
              <a:ext uri="{FF2B5EF4-FFF2-40B4-BE49-F238E27FC236}">
                <a16:creationId xmlns:a16="http://schemas.microsoft.com/office/drawing/2014/main" id="{5043DE37-3536-36D7-839D-CF93DB2A858C}"/>
              </a:ext>
            </a:extLst>
          </p:cNvPr>
          <p:cNvSpPr>
            <a:spLocks noGrp="1"/>
          </p:cNvSpPr>
          <p:nvPr>
            <p:ph sz="half" idx="1"/>
          </p:nvPr>
        </p:nvSpPr>
        <p:spPr/>
        <p:txBody>
          <a:bodyPr/>
          <a:lstStyle/>
          <a:p>
            <a:r>
              <a:rPr lang="en-US"/>
              <a:t>Task 3 : You settled into Rouyn-Noranda, but you need to find work to pay the bills. Where would you find that information?</a:t>
            </a:r>
          </a:p>
          <a:p>
            <a:r>
              <a:rPr lang="en-US"/>
              <a:t>6 clicks</a:t>
            </a:r>
          </a:p>
          <a:p>
            <a:r>
              <a:rPr lang="en-US"/>
              <a:t>5 successful</a:t>
            </a:r>
          </a:p>
          <a:p>
            <a:r>
              <a:rPr lang="en-US"/>
              <a:t>0 skips</a:t>
            </a:r>
          </a:p>
          <a:p>
            <a:r>
              <a:rPr lang="en-US"/>
              <a:t>6.9 avg ( secs)</a:t>
            </a:r>
          </a:p>
        </p:txBody>
      </p:sp>
      <p:pic>
        <p:nvPicPr>
          <p:cNvPr id="7" name="Picture 7" descr="Graphical user interface&#10;&#10;Description automatically generated">
            <a:extLst>
              <a:ext uri="{FF2B5EF4-FFF2-40B4-BE49-F238E27FC236}">
                <a16:creationId xmlns:a16="http://schemas.microsoft.com/office/drawing/2014/main" id="{3D9988AB-E139-A41A-5037-AE01886EBB8C}"/>
              </a:ext>
            </a:extLst>
          </p:cNvPr>
          <p:cNvPicPr>
            <a:picLocks noGrp="1" noChangeAspect="1"/>
          </p:cNvPicPr>
          <p:nvPr>
            <p:ph sz="half" idx="2"/>
          </p:nvPr>
        </p:nvPicPr>
        <p:blipFill>
          <a:blip r:embed="rId2"/>
          <a:stretch>
            <a:fillRect/>
          </a:stretch>
        </p:blipFill>
        <p:spPr>
          <a:xfrm>
            <a:off x="7924431" y="1948749"/>
            <a:ext cx="2287166" cy="4840378"/>
          </a:xfrm>
        </p:spPr>
      </p:pic>
    </p:spTree>
    <p:extLst>
      <p:ext uri="{BB962C8B-B14F-4D97-AF65-F5344CB8AC3E}">
        <p14:creationId xmlns:p14="http://schemas.microsoft.com/office/powerpoint/2010/main" val="37487188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1D825-1A8E-8200-BF98-84A356EE8815}"/>
              </a:ext>
            </a:extLst>
          </p:cNvPr>
          <p:cNvSpPr>
            <a:spLocks noGrp="1"/>
          </p:cNvSpPr>
          <p:nvPr>
            <p:ph type="title"/>
          </p:nvPr>
        </p:nvSpPr>
        <p:spPr>
          <a:xfrm>
            <a:off x="810000" y="447188"/>
            <a:ext cx="10571998" cy="970450"/>
          </a:xfrm>
        </p:spPr>
        <p:txBody>
          <a:bodyPr>
            <a:normAutofit/>
          </a:bodyPr>
          <a:lstStyle/>
          <a:p>
            <a:r>
              <a:rPr lang="en-US"/>
              <a:t>Site Map</a:t>
            </a:r>
          </a:p>
        </p:txBody>
      </p:sp>
      <p:sp>
        <p:nvSpPr>
          <p:cNvPr id="3" name="Content Placeholder 2">
            <a:extLst>
              <a:ext uri="{FF2B5EF4-FFF2-40B4-BE49-F238E27FC236}">
                <a16:creationId xmlns:a16="http://schemas.microsoft.com/office/drawing/2014/main" id="{A61B3B11-8CAC-D6BF-4D47-E36CB6A0D715}"/>
              </a:ext>
            </a:extLst>
          </p:cNvPr>
          <p:cNvSpPr>
            <a:spLocks noGrp="1"/>
          </p:cNvSpPr>
          <p:nvPr>
            <p:ph idx="1"/>
          </p:nvPr>
        </p:nvSpPr>
        <p:spPr>
          <a:xfrm>
            <a:off x="818713" y="2413000"/>
            <a:ext cx="3835583" cy="3632200"/>
          </a:xfrm>
        </p:spPr>
        <p:txBody>
          <a:bodyPr>
            <a:normAutofit/>
          </a:bodyPr>
          <a:lstStyle/>
          <a:p>
            <a:r>
              <a:rPr lang="en-US" sz="1600">
                <a:ea typeface="+mn-lt"/>
                <a:cs typeface="+mn-lt"/>
              </a:rPr>
              <a:t>Full</a:t>
            </a:r>
            <a:r>
              <a:rPr lang="en-US" sz="1600"/>
              <a:t> sitemap</a:t>
            </a:r>
          </a:p>
        </p:txBody>
      </p:sp>
      <p:pic>
        <p:nvPicPr>
          <p:cNvPr id="8" name="Picture 8" descr="A picture containing graphical user interface&#10;&#10;Description automatically generated">
            <a:extLst>
              <a:ext uri="{FF2B5EF4-FFF2-40B4-BE49-F238E27FC236}">
                <a16:creationId xmlns:a16="http://schemas.microsoft.com/office/drawing/2014/main" id="{FC0A7F73-3810-99B0-FCFF-271798AF6672}"/>
              </a:ext>
            </a:extLst>
          </p:cNvPr>
          <p:cNvPicPr>
            <a:picLocks noChangeAspect="1"/>
          </p:cNvPicPr>
          <p:nvPr/>
        </p:nvPicPr>
        <p:blipFill>
          <a:blip r:embed="rId2"/>
          <a:stretch>
            <a:fillRect/>
          </a:stretch>
        </p:blipFill>
        <p:spPr>
          <a:xfrm>
            <a:off x="3477819" y="-2703"/>
            <a:ext cx="8613972" cy="6784580"/>
          </a:xfrm>
          <a:prstGeom prst="rect">
            <a:avLst/>
          </a:prstGeom>
        </p:spPr>
      </p:pic>
    </p:spTree>
    <p:extLst>
      <p:ext uri="{BB962C8B-B14F-4D97-AF65-F5344CB8AC3E}">
        <p14:creationId xmlns:p14="http://schemas.microsoft.com/office/powerpoint/2010/main" val="7865466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CECF-5C9C-27E6-D1BD-FAC1A07293F4}"/>
              </a:ext>
            </a:extLst>
          </p:cNvPr>
          <p:cNvSpPr>
            <a:spLocks noGrp="1"/>
          </p:cNvSpPr>
          <p:nvPr>
            <p:ph type="title"/>
          </p:nvPr>
        </p:nvSpPr>
        <p:spPr/>
        <p:txBody>
          <a:bodyPr/>
          <a:lstStyle/>
          <a:p>
            <a:r>
              <a:rPr lang="en-US"/>
              <a:t>Full Wireframe 1</a:t>
            </a:r>
          </a:p>
        </p:txBody>
      </p:sp>
      <p:pic>
        <p:nvPicPr>
          <p:cNvPr id="4" name="Picture 4" descr="Graphical user interface, website&#10;&#10;Description automatically generated">
            <a:extLst>
              <a:ext uri="{FF2B5EF4-FFF2-40B4-BE49-F238E27FC236}">
                <a16:creationId xmlns:a16="http://schemas.microsoft.com/office/drawing/2014/main" id="{1855AE71-0F7B-5996-194A-5D4DEDA9AC0E}"/>
              </a:ext>
            </a:extLst>
          </p:cNvPr>
          <p:cNvPicPr>
            <a:picLocks noGrp="1" noChangeAspect="1"/>
          </p:cNvPicPr>
          <p:nvPr>
            <p:ph idx="1"/>
          </p:nvPr>
        </p:nvPicPr>
        <p:blipFill>
          <a:blip r:embed="rId3"/>
          <a:stretch>
            <a:fillRect/>
          </a:stretch>
        </p:blipFill>
        <p:spPr>
          <a:xfrm>
            <a:off x="368160" y="1421705"/>
            <a:ext cx="11455677" cy="5440232"/>
          </a:xfrm>
        </p:spPr>
      </p:pic>
    </p:spTree>
    <p:extLst>
      <p:ext uri="{BB962C8B-B14F-4D97-AF65-F5344CB8AC3E}">
        <p14:creationId xmlns:p14="http://schemas.microsoft.com/office/powerpoint/2010/main" val="1929472803"/>
      </p:ext>
    </p:extLst>
  </p:cSld>
  <p:clrMapOvr>
    <a:masterClrMapping/>
  </p:clrMapOvr>
  <p:extLst>
    <p:ext uri="{6950BFC3-D8DA-4A85-94F7-54DA5524770B}">
      <p188:commentRel xmlns:p188="http://schemas.microsoft.com/office/powerpoint/2018/8/main" r:id="rId2"/>
    </p:ext>
  </p:extLs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CCECF-5C9C-27E6-D1BD-FAC1A07293F4}"/>
              </a:ext>
            </a:extLst>
          </p:cNvPr>
          <p:cNvSpPr>
            <a:spLocks noGrp="1"/>
          </p:cNvSpPr>
          <p:nvPr>
            <p:ph type="title"/>
          </p:nvPr>
        </p:nvSpPr>
        <p:spPr/>
        <p:txBody>
          <a:bodyPr/>
          <a:lstStyle/>
          <a:p>
            <a:r>
              <a:rPr lang="en-US"/>
              <a:t>Full Wireframe 2</a:t>
            </a:r>
          </a:p>
        </p:txBody>
      </p:sp>
      <p:pic>
        <p:nvPicPr>
          <p:cNvPr id="4" name="Picture 4" descr="A picture containing graphical user interface&#10;&#10;Description automatically generated">
            <a:extLst>
              <a:ext uri="{FF2B5EF4-FFF2-40B4-BE49-F238E27FC236}">
                <a16:creationId xmlns:a16="http://schemas.microsoft.com/office/drawing/2014/main" id="{B529DE7E-882E-5AE1-DD48-3E7BB9265DE6}"/>
              </a:ext>
            </a:extLst>
          </p:cNvPr>
          <p:cNvPicPr>
            <a:picLocks noGrp="1" noChangeAspect="1"/>
          </p:cNvPicPr>
          <p:nvPr>
            <p:ph idx="1"/>
          </p:nvPr>
        </p:nvPicPr>
        <p:blipFill>
          <a:blip r:embed="rId3"/>
          <a:stretch>
            <a:fillRect/>
          </a:stretch>
        </p:blipFill>
        <p:spPr>
          <a:xfrm>
            <a:off x="2862725" y="1469932"/>
            <a:ext cx="6476192" cy="5392005"/>
          </a:xfrm>
        </p:spPr>
      </p:pic>
    </p:spTree>
    <p:extLst>
      <p:ext uri="{BB962C8B-B14F-4D97-AF65-F5344CB8AC3E}">
        <p14:creationId xmlns:p14="http://schemas.microsoft.com/office/powerpoint/2010/main" val="4155051875"/>
      </p:ext>
    </p:extLst>
  </p:cSld>
  <p:clrMapOvr>
    <a:masterClrMapping/>
  </p:clrMapOvr>
  <p:extLst>
    <p:ext uri="{6950BFC3-D8DA-4A85-94F7-54DA5524770B}">
      <p188:commentRel xmlns:p188="http://schemas.microsoft.com/office/powerpoint/2018/8/main" r:id="rId2"/>
    </p:ext>
  </p:extLst>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1BFD4136-536D-8254-539A-25AF18A083EF}"/>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a:t>Wireframe Screen 1: homepage</a:t>
            </a:r>
          </a:p>
        </p:txBody>
      </p:sp>
      <p:pic>
        <p:nvPicPr>
          <p:cNvPr id="5" name="Picture 5" descr="Graphical user interface, application&#10;&#10;Description automatically generated">
            <a:extLst>
              <a:ext uri="{FF2B5EF4-FFF2-40B4-BE49-F238E27FC236}">
                <a16:creationId xmlns:a16="http://schemas.microsoft.com/office/drawing/2014/main" id="{DF2C5231-E4DE-77B7-DE59-844E70EFB9A1}"/>
              </a:ext>
            </a:extLst>
          </p:cNvPr>
          <p:cNvPicPr>
            <a:picLocks noGrp="1" noChangeAspect="1"/>
          </p:cNvPicPr>
          <p:nvPr>
            <p:ph sz="half" idx="2"/>
          </p:nvPr>
        </p:nvPicPr>
        <p:blipFill>
          <a:blip r:embed="rId2"/>
          <a:stretch>
            <a:fillRect/>
          </a:stretch>
        </p:blipFill>
        <p:spPr>
          <a:xfrm>
            <a:off x="1562212" y="2413000"/>
            <a:ext cx="1709514" cy="3716338"/>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A5AB5B94-497C-8136-6C5B-1EDD3B4DF7D3}"/>
              </a:ext>
            </a:extLst>
          </p:cNvPr>
          <p:cNvSpPr>
            <a:spLocks noGrp="1"/>
          </p:cNvSpPr>
          <p:nvPr>
            <p:ph sz="half" idx="1"/>
          </p:nvPr>
        </p:nvSpPr>
        <p:spPr>
          <a:xfrm>
            <a:off x="4330699" y="2413000"/>
            <a:ext cx="7052733" cy="3632200"/>
          </a:xfrm>
        </p:spPr>
        <p:txBody>
          <a:bodyPr vert="horz" lIns="91440" tIns="45720" rIns="91440" bIns="45720" rtlCol="0" anchor="ctr">
            <a:normAutofit fontScale="92500"/>
          </a:bodyPr>
          <a:lstStyle/>
          <a:p>
            <a:pPr>
              <a:lnSpc>
                <a:spcPct val="90000"/>
              </a:lnSpc>
            </a:pPr>
            <a:r>
              <a:rPr lang="en-US" sz="1100"/>
              <a:t>When the user first visits the website, the homepage should give an overview of the website. The menu icon up top will allow the user to access more topics in the main navigation. </a:t>
            </a:r>
            <a:br>
              <a:rPr lang="en-US" sz="1100"/>
            </a:br>
            <a:r>
              <a:rPr lang="en-US" sz="1100"/>
              <a:t>The top section with the title, button, and picture toggles between 5 different featured topics to highlight the town of Rouyn-Noranda:</a:t>
            </a:r>
            <a:br>
              <a:rPr lang="en-US" sz="1100"/>
            </a:br>
            <a:endParaRPr lang="en-US" sz="1100"/>
          </a:p>
          <a:p>
            <a:pPr lvl="1">
              <a:lnSpc>
                <a:spcPct val="90000"/>
              </a:lnSpc>
            </a:pPr>
            <a:r>
              <a:rPr lang="en-US" sz="1100"/>
              <a:t>Heritage: gives a brief history of the town</a:t>
            </a:r>
            <a:br>
              <a:rPr lang="en-US" sz="1100"/>
            </a:br>
            <a:endParaRPr lang="en-US" sz="1100"/>
          </a:p>
          <a:p>
            <a:pPr lvl="1">
              <a:lnSpc>
                <a:spcPct val="90000"/>
              </a:lnSpc>
            </a:pPr>
            <a:r>
              <a:rPr lang="en-US" sz="1100"/>
              <a:t>Public Consultations : to get citizens involved in shaping the town</a:t>
            </a:r>
            <a:br>
              <a:rPr lang="en-US" sz="1100"/>
            </a:br>
            <a:endParaRPr lang="en-US" sz="1100"/>
          </a:p>
          <a:p>
            <a:pPr lvl="1">
              <a:lnSpc>
                <a:spcPct val="90000"/>
              </a:lnSpc>
            </a:pPr>
            <a:r>
              <a:rPr lang="en-US" sz="1100"/>
              <a:t>Protected Areas: gives an overview of the town’s commitment for environmental protection</a:t>
            </a:r>
            <a:br>
              <a:rPr lang="en-US" sz="1100"/>
            </a:br>
            <a:endParaRPr lang="en-US" sz="1100"/>
          </a:p>
          <a:p>
            <a:pPr lvl="1">
              <a:lnSpc>
                <a:spcPct val="90000"/>
              </a:lnSpc>
            </a:pPr>
            <a:r>
              <a:rPr lang="en-US" sz="1100"/>
              <a:t>Support for Entrepreneurs: gives info on how the town will support entrepreneurs and businesses</a:t>
            </a:r>
            <a:br>
              <a:rPr lang="en-US" sz="1100"/>
            </a:br>
            <a:endParaRPr lang="en-US" sz="1100"/>
          </a:p>
          <a:p>
            <a:pPr lvl="1">
              <a:lnSpc>
                <a:spcPct val="90000"/>
              </a:lnSpc>
            </a:pPr>
            <a:r>
              <a:rPr lang="en-US" sz="1100"/>
              <a:t>Lodging: Helps new and old locals to find housing of any kind as well as storage to store furniture and other belongings</a:t>
            </a:r>
            <a:br>
              <a:rPr lang="en-US" sz="1100"/>
            </a:br>
            <a:endParaRPr lang="en-US" sz="1100"/>
          </a:p>
          <a:p>
            <a:pPr>
              <a:lnSpc>
                <a:spcPct val="90000"/>
              </a:lnSpc>
            </a:pPr>
            <a:r>
              <a:rPr lang="en-US" sz="1100"/>
              <a:t>Scrolling down we get local news, upcoming events and activities, more featured links to help website visitors discover more about Rouyn-Noranda, and an interactive map of the town and region. The bottom of each page on the website features links that open new tabs to Rouyn-Noranda’s Facebook, Instagram, and Youtube pages.</a:t>
            </a:r>
          </a:p>
        </p:txBody>
      </p:sp>
    </p:spTree>
    <p:extLst>
      <p:ext uri="{BB962C8B-B14F-4D97-AF65-F5344CB8AC3E}">
        <p14:creationId xmlns:p14="http://schemas.microsoft.com/office/powerpoint/2010/main" val="3049950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8D25-CA1E-C9A4-2308-0FBFD7435B14}"/>
              </a:ext>
            </a:extLst>
          </p:cNvPr>
          <p:cNvSpPr>
            <a:spLocks noGrp="1"/>
          </p:cNvSpPr>
          <p:nvPr>
            <p:ph type="title"/>
          </p:nvPr>
        </p:nvSpPr>
        <p:spPr/>
        <p:txBody>
          <a:bodyPr/>
          <a:lstStyle/>
          <a:p>
            <a:r>
              <a:rPr lang="en-US"/>
              <a:t>Wireframe Screen 2: Main Navigation</a:t>
            </a:r>
          </a:p>
        </p:txBody>
      </p:sp>
      <p:sp>
        <p:nvSpPr>
          <p:cNvPr id="3" name="Content Placeholder 2">
            <a:extLst>
              <a:ext uri="{FF2B5EF4-FFF2-40B4-BE49-F238E27FC236}">
                <a16:creationId xmlns:a16="http://schemas.microsoft.com/office/drawing/2014/main" id="{933F76EC-1774-658D-0772-276713B41925}"/>
              </a:ext>
            </a:extLst>
          </p:cNvPr>
          <p:cNvSpPr>
            <a:spLocks noGrp="1"/>
          </p:cNvSpPr>
          <p:nvPr>
            <p:ph sz="half" idx="1"/>
          </p:nvPr>
        </p:nvSpPr>
        <p:spPr/>
        <p:txBody>
          <a:bodyPr>
            <a:normAutofit lnSpcReduction="10000"/>
          </a:bodyPr>
          <a:lstStyle/>
          <a:p>
            <a:r>
              <a:rPr lang="en-US">
                <a:ea typeface="+mn-lt"/>
                <a:cs typeface="+mn-lt"/>
              </a:rPr>
              <a:t>When the user clicks on the menu icon on the top of the homepage, the user will be brought to this menu window that takes up the entire screen of the device. </a:t>
            </a:r>
          </a:p>
          <a:p>
            <a:r>
              <a:rPr lang="en-US">
                <a:ea typeface="+mn-lt"/>
                <a:cs typeface="+mn-lt"/>
              </a:rPr>
              <a:t>This menu will provide the main navigation for the entire website. Each option is expandable and reveals different subcategories to provide additional info for the user. The categories and their names have been chosen based on several rounds of different user studies, and how users organized the content in the existing site.</a:t>
            </a:r>
            <a:endParaRPr lang="en-US"/>
          </a:p>
        </p:txBody>
      </p:sp>
      <p:pic>
        <p:nvPicPr>
          <p:cNvPr id="5" name="Picture 5">
            <a:extLst>
              <a:ext uri="{FF2B5EF4-FFF2-40B4-BE49-F238E27FC236}">
                <a16:creationId xmlns:a16="http://schemas.microsoft.com/office/drawing/2014/main" id="{3D78AC3A-574D-D673-1E77-2CFEAE27AADE}"/>
              </a:ext>
            </a:extLst>
          </p:cNvPr>
          <p:cNvPicPr>
            <a:picLocks noGrp="1" noChangeAspect="1"/>
          </p:cNvPicPr>
          <p:nvPr>
            <p:ph sz="half" idx="2"/>
          </p:nvPr>
        </p:nvPicPr>
        <p:blipFill>
          <a:blip r:embed="rId2"/>
          <a:stretch>
            <a:fillRect/>
          </a:stretch>
        </p:blipFill>
        <p:spPr>
          <a:xfrm>
            <a:off x="7944475" y="2222287"/>
            <a:ext cx="1680464" cy="3638764"/>
          </a:xfrm>
        </p:spPr>
      </p:pic>
    </p:spTree>
    <p:extLst>
      <p:ext uri="{BB962C8B-B14F-4D97-AF65-F5344CB8AC3E}">
        <p14:creationId xmlns:p14="http://schemas.microsoft.com/office/powerpoint/2010/main" val="20133097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BD2FDE9-9DFA-4EB7-6C61-C4F7111A9AFB}"/>
              </a:ext>
            </a:extLst>
          </p:cNvPr>
          <p:cNvSpPr>
            <a:spLocks noGrp="1"/>
          </p:cNvSpPr>
          <p:nvPr>
            <p:ph type="title"/>
          </p:nvPr>
        </p:nvSpPr>
        <p:spPr>
          <a:xfrm>
            <a:off x="810000" y="447188"/>
            <a:ext cx="10571998" cy="970450"/>
          </a:xfrm>
        </p:spPr>
        <p:txBody>
          <a:bodyPr vert="horz" lIns="91440" tIns="45720" rIns="91440" bIns="45720" rtlCol="0" anchor="b">
            <a:normAutofit/>
          </a:bodyPr>
          <a:lstStyle/>
          <a:p>
            <a:pPr>
              <a:lnSpc>
                <a:spcPct val="90000"/>
              </a:lnSpc>
            </a:pPr>
            <a:r>
              <a:rPr lang="en-US" sz="3100"/>
              <a:t>Wireframe Screen 3: Community Life &amp; Leisure Expanded</a:t>
            </a:r>
          </a:p>
        </p:txBody>
      </p:sp>
      <p:pic>
        <p:nvPicPr>
          <p:cNvPr id="5" name="Picture 5" descr="Chart, box and whisker chart&#10;&#10;Description automatically generated">
            <a:extLst>
              <a:ext uri="{FF2B5EF4-FFF2-40B4-BE49-F238E27FC236}">
                <a16:creationId xmlns:a16="http://schemas.microsoft.com/office/drawing/2014/main" id="{A6A97AF1-3D24-8245-24E1-1CF36F074BF1}"/>
              </a:ext>
            </a:extLst>
          </p:cNvPr>
          <p:cNvPicPr>
            <a:picLocks noGrp="1" noChangeAspect="1"/>
          </p:cNvPicPr>
          <p:nvPr>
            <p:ph sz="half" idx="2"/>
          </p:nvPr>
        </p:nvPicPr>
        <p:blipFill>
          <a:blip r:embed="rId2"/>
          <a:stretch>
            <a:fillRect/>
          </a:stretch>
        </p:blipFill>
        <p:spPr>
          <a:xfrm>
            <a:off x="1557566" y="2413000"/>
            <a:ext cx="1718805" cy="3716338"/>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98E70013-D807-F534-4EAD-BEA98566655A}"/>
              </a:ext>
            </a:extLst>
          </p:cNvPr>
          <p:cNvSpPr>
            <a:spLocks noGrp="1"/>
          </p:cNvSpPr>
          <p:nvPr>
            <p:ph sz="half" idx="1"/>
          </p:nvPr>
        </p:nvSpPr>
        <p:spPr>
          <a:xfrm>
            <a:off x="4330699" y="2413000"/>
            <a:ext cx="7052733" cy="3632200"/>
          </a:xfrm>
        </p:spPr>
        <p:txBody>
          <a:bodyPr vert="horz" lIns="91440" tIns="45720" rIns="91440" bIns="45720" rtlCol="0" anchor="ctr">
            <a:normAutofit/>
          </a:bodyPr>
          <a:lstStyle/>
          <a:p>
            <a:pPr>
              <a:lnSpc>
                <a:spcPct val="90000"/>
              </a:lnSpc>
            </a:pPr>
            <a:r>
              <a:rPr lang="en-US" sz="1400">
                <a:ea typeface="+mn-lt"/>
                <a:cs typeface="+mn-lt"/>
              </a:rPr>
              <a:t>The “Community Life &amp; Leisure” category helps users get a sense on how life is like in town, in the past and present, and what there’s to do in town.</a:t>
            </a:r>
            <a:br>
              <a:rPr lang="en-US" sz="1400">
                <a:ea typeface="+mn-lt"/>
                <a:cs typeface="+mn-lt"/>
              </a:rPr>
            </a:br>
            <a:endParaRPr lang="en-US" sz="1400">
              <a:ea typeface="+mn-lt"/>
              <a:cs typeface="+mn-lt"/>
            </a:endParaRPr>
          </a:p>
          <a:p>
            <a:pPr>
              <a:lnSpc>
                <a:spcPct val="90000"/>
              </a:lnSpc>
            </a:pPr>
            <a:r>
              <a:rPr lang="en-US" sz="1400"/>
              <a:t>If the user wanted to find information for newcomers, they would look under this category because it gives a glimpse into what it’s like to be in the community. Each subcategory should lead to a new page if there isn’t a plus sign next to the name. If there is a plus sign, then the subcategory expands with a new level.</a:t>
            </a:r>
            <a:endParaRPr lang="en-US"/>
          </a:p>
          <a:p>
            <a:pPr>
              <a:lnSpc>
                <a:spcPct val="90000"/>
              </a:lnSpc>
            </a:pPr>
            <a:r>
              <a:rPr lang="en-US" sz="1400"/>
              <a:t>If the user is trying to find something to do, “Community Life &amp; Leisure” is the best bet concerning categories to look at. </a:t>
            </a:r>
          </a:p>
          <a:p>
            <a:pPr>
              <a:lnSpc>
                <a:spcPct val="90000"/>
              </a:lnSpc>
            </a:pPr>
            <a:r>
              <a:rPr lang="en-US" sz="1400"/>
              <a:t>If the user wants to exit the menu, the exit button is on the top right corner.</a:t>
            </a:r>
            <a:br>
              <a:rPr lang="en-US" sz="1400"/>
            </a:br>
            <a:r>
              <a:rPr lang="en-US" sz="1400"/>
              <a:t>Each subcategory should lead to a new page if there isn’t a plus sign next to the name. If there is a plus sign, then the subcategory expands with a new level.</a:t>
            </a:r>
            <a:endParaRPr lang="en-US"/>
          </a:p>
        </p:txBody>
      </p:sp>
    </p:spTree>
    <p:extLst>
      <p:ext uri="{BB962C8B-B14F-4D97-AF65-F5344CB8AC3E}">
        <p14:creationId xmlns:p14="http://schemas.microsoft.com/office/powerpoint/2010/main" val="31377405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4C7B68EF-8A56-3293-B034-86D4EDB8AF54}"/>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a:t>Wireframe Screen 4: Tourism expanded</a:t>
            </a:r>
          </a:p>
        </p:txBody>
      </p:sp>
      <p:pic>
        <p:nvPicPr>
          <p:cNvPr id="5" name="Picture 5" descr="Graphical user interface, application&#10;&#10;Description automatically generated">
            <a:extLst>
              <a:ext uri="{FF2B5EF4-FFF2-40B4-BE49-F238E27FC236}">
                <a16:creationId xmlns:a16="http://schemas.microsoft.com/office/drawing/2014/main" id="{7DB9F28D-386F-9C10-4C85-A8E04E084CDB}"/>
              </a:ext>
            </a:extLst>
          </p:cNvPr>
          <p:cNvPicPr>
            <a:picLocks noGrp="1" noChangeAspect="1"/>
          </p:cNvPicPr>
          <p:nvPr>
            <p:ph sz="half" idx="2"/>
          </p:nvPr>
        </p:nvPicPr>
        <p:blipFill>
          <a:blip r:embed="rId2"/>
          <a:stretch>
            <a:fillRect/>
          </a:stretch>
        </p:blipFill>
        <p:spPr>
          <a:xfrm>
            <a:off x="1557566" y="2413000"/>
            <a:ext cx="1718805" cy="3716338"/>
          </a:xfrm>
          <a:prstGeom prst="roundRect">
            <a:avLst>
              <a:gd name="adj" fmla="val 3876"/>
            </a:avLst>
          </a:prstGeom>
          <a:ln>
            <a:solidFill>
              <a:schemeClr val="accent1"/>
            </a:solidFill>
          </a:ln>
          <a:effectLst/>
        </p:spPr>
      </p:pic>
      <p:sp>
        <p:nvSpPr>
          <p:cNvPr id="3" name="Content Placeholder 2">
            <a:extLst>
              <a:ext uri="{FF2B5EF4-FFF2-40B4-BE49-F238E27FC236}">
                <a16:creationId xmlns:a16="http://schemas.microsoft.com/office/drawing/2014/main" id="{2AACE3A7-D454-08A1-F19C-A21D8B8471CC}"/>
              </a:ext>
            </a:extLst>
          </p:cNvPr>
          <p:cNvSpPr>
            <a:spLocks noGrp="1"/>
          </p:cNvSpPr>
          <p:nvPr>
            <p:ph sz="half" idx="1"/>
          </p:nvPr>
        </p:nvSpPr>
        <p:spPr>
          <a:xfrm>
            <a:off x="4330699" y="2413000"/>
            <a:ext cx="7052733" cy="3632200"/>
          </a:xfrm>
        </p:spPr>
        <p:txBody>
          <a:bodyPr vert="horz" lIns="91440" tIns="45720" rIns="91440" bIns="45720" rtlCol="0" anchor="ctr">
            <a:normAutofit/>
          </a:bodyPr>
          <a:lstStyle/>
          <a:p>
            <a:r>
              <a:rPr lang="en-US"/>
              <a:t>The “Tourism” option will provide different sites to visit by clicking the plus button. The button will turn into a minus to minimize the content if the user wishes so. This subcategory revealed will give four options considered as famous attractions of the town. </a:t>
            </a:r>
          </a:p>
        </p:txBody>
      </p:sp>
    </p:spTree>
    <p:extLst>
      <p:ext uri="{BB962C8B-B14F-4D97-AF65-F5344CB8AC3E}">
        <p14:creationId xmlns:p14="http://schemas.microsoft.com/office/powerpoint/2010/main" val="88960008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E8D3CA17-FF85-BE38-42A8-BE928C95A924}"/>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a:t>Wireframe Screen 5: New Residents</a:t>
            </a:r>
          </a:p>
        </p:txBody>
      </p:sp>
      <p:sp>
        <p:nvSpPr>
          <p:cNvPr id="3" name="Content Placeholder 2">
            <a:extLst>
              <a:ext uri="{FF2B5EF4-FFF2-40B4-BE49-F238E27FC236}">
                <a16:creationId xmlns:a16="http://schemas.microsoft.com/office/drawing/2014/main" id="{C12E2026-24C2-31EC-8F2B-9917B0D854A9}"/>
              </a:ext>
            </a:extLst>
          </p:cNvPr>
          <p:cNvSpPr>
            <a:spLocks noGrp="1"/>
          </p:cNvSpPr>
          <p:nvPr>
            <p:ph sz="half" idx="1"/>
          </p:nvPr>
        </p:nvSpPr>
        <p:spPr>
          <a:xfrm>
            <a:off x="818713" y="2413000"/>
            <a:ext cx="3835583" cy="3632200"/>
          </a:xfrm>
        </p:spPr>
        <p:txBody>
          <a:bodyPr vert="horz" lIns="91440" tIns="45720" rIns="91440" bIns="45720" rtlCol="0" anchor="ctr">
            <a:normAutofit/>
          </a:bodyPr>
          <a:lstStyle/>
          <a:p>
            <a:pPr>
              <a:lnSpc>
                <a:spcPct val="90000"/>
              </a:lnSpc>
            </a:pPr>
            <a:r>
              <a:rPr lang="en-US" sz="1000"/>
              <a:t>Video: Overview of Rouyn-Noranda. This gives a snapshot of what encapsulates the town. It’s good for users who want to avoid digging through many pages to learn about Rouyn-Noranda.</a:t>
            </a:r>
            <a:br>
              <a:rPr lang="en-US" sz="1000"/>
            </a:br>
            <a:endParaRPr lang="en-US" sz="1000"/>
          </a:p>
          <a:p>
            <a:pPr>
              <a:lnSpc>
                <a:spcPct val="90000"/>
              </a:lnSpc>
            </a:pPr>
            <a:r>
              <a:rPr lang="en-US" sz="1000"/>
              <a:t>Sweet Rebel External Website: link to another website that shows Rouyn-Noranda in a more dynamic way. This website caters specifically more towards outsiders compared to the main website that gives a general idea of Rouyn-Noranda.</a:t>
            </a:r>
            <a:br>
              <a:rPr lang="en-US" sz="1000"/>
            </a:br>
            <a:endParaRPr lang="en-US" sz="1000"/>
          </a:p>
          <a:p>
            <a:pPr>
              <a:lnSpc>
                <a:spcPct val="90000"/>
              </a:lnSpc>
            </a:pPr>
            <a:r>
              <a:rPr lang="en-US" sz="1000"/>
              <a:t>Download Sweet Rebel Brochure</a:t>
            </a:r>
            <a:br>
              <a:rPr lang="en-US" sz="1000"/>
            </a:br>
            <a:r>
              <a:rPr lang="en-US" sz="1000"/>
              <a:t>The user can download a snapshot overview of Rouyn-Noranda for offline use. This brochure caters to nonlocals.</a:t>
            </a:r>
            <a:br>
              <a:rPr lang="en-US" sz="1000"/>
            </a:br>
            <a:endParaRPr lang="en-US" sz="1000"/>
          </a:p>
          <a:p>
            <a:pPr>
              <a:lnSpc>
                <a:spcPct val="90000"/>
              </a:lnSpc>
            </a:pPr>
            <a:r>
              <a:rPr lang="en-US" sz="1000"/>
              <a:t>Download New Roynorandians Brochure</a:t>
            </a:r>
            <a:br>
              <a:rPr lang="en-US" sz="1000"/>
            </a:br>
            <a:r>
              <a:rPr lang="en-US" sz="1000"/>
              <a:t>The user can download another snapshot overview of Rouyn-Noranda for anyone interested in moving to town.</a:t>
            </a:r>
          </a:p>
        </p:txBody>
      </p:sp>
      <p:pic>
        <p:nvPicPr>
          <p:cNvPr id="5" name="Picture 5">
            <a:extLst>
              <a:ext uri="{FF2B5EF4-FFF2-40B4-BE49-F238E27FC236}">
                <a16:creationId xmlns:a16="http://schemas.microsoft.com/office/drawing/2014/main" id="{9C4D6823-FDDB-EE44-87FD-CB0A29BB53CA}"/>
              </a:ext>
            </a:extLst>
          </p:cNvPr>
          <p:cNvPicPr>
            <a:picLocks noGrp="1" noChangeAspect="1"/>
          </p:cNvPicPr>
          <p:nvPr>
            <p:ph sz="half" idx="2"/>
          </p:nvPr>
        </p:nvPicPr>
        <p:blipFill>
          <a:blip r:embed="rId2"/>
          <a:stretch>
            <a:fillRect/>
          </a:stretch>
        </p:blipFill>
        <p:spPr>
          <a:xfrm>
            <a:off x="7381123" y="2413000"/>
            <a:ext cx="1718805"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15574168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6B8F224D-3315-0896-A2BD-02D28FC4E619}"/>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sz="3700"/>
              <a:t>Wireframe Screen 6 option 1: Copper Theatre</a:t>
            </a:r>
          </a:p>
        </p:txBody>
      </p:sp>
      <p:sp>
        <p:nvSpPr>
          <p:cNvPr id="3" name="Content Placeholder 2">
            <a:extLst>
              <a:ext uri="{FF2B5EF4-FFF2-40B4-BE49-F238E27FC236}">
                <a16:creationId xmlns:a16="http://schemas.microsoft.com/office/drawing/2014/main" id="{C1863E06-F751-817F-6469-F5A84CE34EF3}"/>
              </a:ext>
            </a:extLst>
          </p:cNvPr>
          <p:cNvSpPr>
            <a:spLocks noGrp="1"/>
          </p:cNvSpPr>
          <p:nvPr>
            <p:ph sz="half" idx="1"/>
          </p:nvPr>
        </p:nvSpPr>
        <p:spPr>
          <a:xfrm>
            <a:off x="818713" y="2413000"/>
            <a:ext cx="3835583" cy="3632200"/>
          </a:xfrm>
        </p:spPr>
        <p:txBody>
          <a:bodyPr vert="horz" lIns="91440" tIns="45720" rIns="91440" bIns="45720" rtlCol="0" anchor="ctr">
            <a:normAutofit fontScale="85000" lnSpcReduction="20000"/>
          </a:bodyPr>
          <a:lstStyle/>
          <a:p>
            <a:r>
              <a:rPr lang="en-US" sz="1600">
                <a:ea typeface="+mn-lt"/>
                <a:cs typeface="+mn-lt"/>
              </a:rPr>
              <a:t>This page is under the tourism category from under the “Community Life &amp; Culture”. It talks about different aspects of the Copper Theater. The different aspects of the Copper Theater are divided into expandable sections. There’s a button to consult what shows are currently playing at the theater. There’s two other buttons that lead to the Copper Theater’s Facebook and Instagram pages respectively. The last two buttons featured on this page include the more information button located at the bottom right of the Copper Theater picture that just gives credit to the photo’s photographer, and a share button to share the Copper Theater page to Facebook, Twitter, in an email, or as a link. </a:t>
            </a:r>
            <a:endParaRPr lang="en-US" sz="1600"/>
          </a:p>
        </p:txBody>
      </p:sp>
      <p:pic>
        <p:nvPicPr>
          <p:cNvPr id="5" name="Picture 5" descr="Graphical user interface, text, application, chat or text message&#10;&#10;Description automatically generated">
            <a:extLst>
              <a:ext uri="{FF2B5EF4-FFF2-40B4-BE49-F238E27FC236}">
                <a16:creationId xmlns:a16="http://schemas.microsoft.com/office/drawing/2014/main" id="{C6CD0E95-41C7-5D54-690A-3184B83ED06C}"/>
              </a:ext>
            </a:extLst>
          </p:cNvPr>
          <p:cNvPicPr>
            <a:picLocks noGrp="1" noChangeAspect="1"/>
          </p:cNvPicPr>
          <p:nvPr>
            <p:ph sz="half" idx="2"/>
          </p:nvPr>
        </p:nvPicPr>
        <p:blipFill>
          <a:blip r:embed="rId2"/>
          <a:stretch>
            <a:fillRect/>
          </a:stretch>
        </p:blipFill>
        <p:spPr>
          <a:xfrm>
            <a:off x="7381123" y="2413000"/>
            <a:ext cx="1718805"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19494177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D1EE72D-758D-35DD-1128-A99EDD65E04C}"/>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sz="3700"/>
              <a:t>Wireframe Screen 6 Option 2: Culture Days</a:t>
            </a:r>
          </a:p>
        </p:txBody>
      </p:sp>
      <p:pic>
        <p:nvPicPr>
          <p:cNvPr id="5" name="Picture 5" descr="Text, letter&#10;&#10;Description automatically generated">
            <a:extLst>
              <a:ext uri="{FF2B5EF4-FFF2-40B4-BE49-F238E27FC236}">
                <a16:creationId xmlns:a16="http://schemas.microsoft.com/office/drawing/2014/main" id="{09EA2266-5B3E-27BE-4E16-5D4C1761829C}"/>
              </a:ext>
            </a:extLst>
          </p:cNvPr>
          <p:cNvPicPr>
            <a:picLocks noGrp="1" noChangeAspect="1"/>
          </p:cNvPicPr>
          <p:nvPr>
            <p:ph sz="half" idx="1"/>
          </p:nvPr>
        </p:nvPicPr>
        <p:blipFill>
          <a:blip r:embed="rId2"/>
          <a:stretch>
            <a:fillRect/>
          </a:stretch>
        </p:blipFill>
        <p:spPr>
          <a:xfrm>
            <a:off x="1557566" y="2413000"/>
            <a:ext cx="1718805" cy="3716338"/>
          </a:xfrm>
          <a:prstGeom prst="roundRect">
            <a:avLst>
              <a:gd name="adj" fmla="val 3876"/>
            </a:avLst>
          </a:prstGeom>
          <a:ln>
            <a:solidFill>
              <a:schemeClr val="accent1"/>
            </a:solidFill>
          </a:ln>
          <a:effectLst/>
        </p:spPr>
      </p:pic>
      <p:sp>
        <p:nvSpPr>
          <p:cNvPr id="4" name="Content Placeholder 3">
            <a:extLst>
              <a:ext uri="{FF2B5EF4-FFF2-40B4-BE49-F238E27FC236}">
                <a16:creationId xmlns:a16="http://schemas.microsoft.com/office/drawing/2014/main" id="{4BBBF08A-2437-02AF-6058-23A982E26E1F}"/>
              </a:ext>
            </a:extLst>
          </p:cNvPr>
          <p:cNvSpPr>
            <a:spLocks noGrp="1"/>
          </p:cNvSpPr>
          <p:nvPr>
            <p:ph sz="half" idx="2"/>
          </p:nvPr>
        </p:nvSpPr>
        <p:spPr>
          <a:xfrm>
            <a:off x="4330699" y="2413000"/>
            <a:ext cx="7052733" cy="3632200"/>
          </a:xfrm>
        </p:spPr>
        <p:txBody>
          <a:bodyPr vert="horz" lIns="91440" tIns="45720" rIns="91440" bIns="45720" rtlCol="0" anchor="ctr">
            <a:normAutofit/>
          </a:bodyPr>
          <a:lstStyle/>
          <a:p>
            <a:r>
              <a:rPr lang="en-US">
                <a:ea typeface="+mn-lt"/>
                <a:cs typeface="+mn-lt"/>
              </a:rPr>
              <a:t>The page features various topics about the town’s </a:t>
            </a:r>
            <a:r>
              <a:rPr lang="en-US" err="1">
                <a:ea typeface="+mn-lt"/>
                <a:cs typeface="+mn-lt"/>
              </a:rPr>
              <a:t>anual</a:t>
            </a:r>
            <a:r>
              <a:rPr lang="en-US">
                <a:ea typeface="+mn-lt"/>
                <a:cs typeface="+mn-lt"/>
              </a:rPr>
              <a:t> Culture Days celebration September 30th to October 2. It includes call for Culture Day projects, Culture Day programming, contact information, and which parts of the town will be involved. A button on the page leads to a registration form for participant projects that want to be involved.</a:t>
            </a:r>
            <a:endParaRPr lang="en-US"/>
          </a:p>
        </p:txBody>
      </p:sp>
    </p:spTree>
    <p:extLst>
      <p:ext uri="{BB962C8B-B14F-4D97-AF65-F5344CB8AC3E}">
        <p14:creationId xmlns:p14="http://schemas.microsoft.com/office/powerpoint/2010/main" val="2029159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D1EE72D-758D-35DD-1128-A99EDD65E04C}"/>
              </a:ext>
            </a:extLst>
          </p:cNvPr>
          <p:cNvSpPr>
            <a:spLocks noGrp="1"/>
          </p:cNvSpPr>
          <p:nvPr>
            <p:ph type="title"/>
          </p:nvPr>
        </p:nvSpPr>
        <p:spPr>
          <a:xfrm>
            <a:off x="810000" y="447188"/>
            <a:ext cx="10571998" cy="970450"/>
          </a:xfrm>
        </p:spPr>
        <p:txBody>
          <a:bodyPr vert="horz" lIns="91440" tIns="45720" rIns="91440" bIns="45720" rtlCol="0" anchor="b">
            <a:normAutofit/>
          </a:bodyPr>
          <a:lstStyle/>
          <a:p>
            <a:r>
              <a:rPr lang="en-US"/>
              <a:t>Wireframe Screen 6 Option 3: Art Museum</a:t>
            </a:r>
          </a:p>
        </p:txBody>
      </p:sp>
      <p:sp>
        <p:nvSpPr>
          <p:cNvPr id="3" name="Content Placeholder 2">
            <a:extLst>
              <a:ext uri="{FF2B5EF4-FFF2-40B4-BE49-F238E27FC236}">
                <a16:creationId xmlns:a16="http://schemas.microsoft.com/office/drawing/2014/main" id="{A0780F9C-6139-9C8C-AB86-5C85CA0BAC93}"/>
              </a:ext>
            </a:extLst>
          </p:cNvPr>
          <p:cNvSpPr>
            <a:spLocks noGrp="1"/>
          </p:cNvSpPr>
          <p:nvPr>
            <p:ph sz="half" idx="1"/>
          </p:nvPr>
        </p:nvSpPr>
        <p:spPr>
          <a:xfrm>
            <a:off x="818713" y="2413000"/>
            <a:ext cx="3835583" cy="3632200"/>
          </a:xfrm>
        </p:spPr>
        <p:txBody>
          <a:bodyPr vert="horz" lIns="91440" tIns="45720" rIns="91440" bIns="45720" rtlCol="0" anchor="ctr">
            <a:normAutofit/>
          </a:bodyPr>
          <a:lstStyle/>
          <a:p>
            <a:r>
              <a:rPr lang="en-US" sz="1600">
                <a:ea typeface="+mn-lt"/>
                <a:cs typeface="+mn-lt"/>
              </a:rPr>
              <a:t>The Rouyn-Noranda Art Museum is another site listed under tourism. The screen lists various facts about the establishment while providing a button that links to the location on a map.</a:t>
            </a:r>
            <a:endParaRPr lang="en-US" sz="1600"/>
          </a:p>
        </p:txBody>
      </p:sp>
      <p:pic>
        <p:nvPicPr>
          <p:cNvPr id="7" name="Picture 7" descr="Graphical user interface, text, chat or text message&#10;&#10;Description automatically generated">
            <a:extLst>
              <a:ext uri="{FF2B5EF4-FFF2-40B4-BE49-F238E27FC236}">
                <a16:creationId xmlns:a16="http://schemas.microsoft.com/office/drawing/2014/main" id="{1B265919-637F-DC7D-F772-3FB148B523C5}"/>
              </a:ext>
            </a:extLst>
          </p:cNvPr>
          <p:cNvPicPr>
            <a:picLocks noGrp="1" noChangeAspect="1"/>
          </p:cNvPicPr>
          <p:nvPr>
            <p:ph sz="half" idx="2"/>
          </p:nvPr>
        </p:nvPicPr>
        <p:blipFill>
          <a:blip r:embed="rId2"/>
          <a:stretch>
            <a:fillRect/>
          </a:stretch>
        </p:blipFill>
        <p:spPr>
          <a:xfrm>
            <a:off x="7381123" y="2413000"/>
            <a:ext cx="1718805" cy="3716338"/>
          </a:xfrm>
          <a:prstGeom prst="roundRect">
            <a:avLst>
              <a:gd name="adj" fmla="val 3876"/>
            </a:avLst>
          </a:prstGeom>
          <a:ln>
            <a:solidFill>
              <a:schemeClr val="accent1"/>
            </a:solidFill>
          </a:ln>
          <a:effectLst/>
        </p:spPr>
      </p:pic>
    </p:spTree>
    <p:extLst>
      <p:ext uri="{BB962C8B-B14F-4D97-AF65-F5344CB8AC3E}">
        <p14:creationId xmlns:p14="http://schemas.microsoft.com/office/powerpoint/2010/main" val="32401071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0" name="Freeform 6">
            <a:extLst>
              <a:ext uri="{FF2B5EF4-FFF2-40B4-BE49-F238E27FC236}">
                <a16:creationId xmlns:a16="http://schemas.microsoft.com/office/drawing/2014/main" id="{53576798-7F98-4C7F-B6C7-6D41B5A7E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p14="http://schemas.microsoft.com/office/powerpoint/2010/main" xmlns:a16="http://schemas.microsoft.com/office/drawing/2014/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9D1EE72D-758D-35DD-1128-A99EDD65E04C}"/>
              </a:ext>
            </a:extLst>
          </p:cNvPr>
          <p:cNvSpPr>
            <a:spLocks noGrp="1"/>
          </p:cNvSpPr>
          <p:nvPr>
            <p:ph type="title"/>
          </p:nvPr>
        </p:nvSpPr>
        <p:spPr>
          <a:xfrm>
            <a:off x="810000" y="447188"/>
            <a:ext cx="10571998" cy="970450"/>
          </a:xfrm>
        </p:spPr>
        <p:txBody>
          <a:bodyPr vert="horz" lIns="91440" tIns="45720" rIns="91440" bIns="45720" rtlCol="0" anchor="b">
            <a:normAutofit/>
          </a:bodyPr>
          <a:lstStyle/>
          <a:p>
            <a:pPr>
              <a:lnSpc>
                <a:spcPct val="90000"/>
              </a:lnSpc>
            </a:pPr>
            <a:r>
              <a:rPr lang="en-US" sz="3400"/>
              <a:t>Wireframe Screen 6 Option 4: Tourism Overview</a:t>
            </a:r>
          </a:p>
        </p:txBody>
      </p:sp>
      <p:pic>
        <p:nvPicPr>
          <p:cNvPr id="5" name="Picture 5" descr="Text, letter&#10;&#10;Description automatically generated">
            <a:extLst>
              <a:ext uri="{FF2B5EF4-FFF2-40B4-BE49-F238E27FC236}">
                <a16:creationId xmlns:a16="http://schemas.microsoft.com/office/drawing/2014/main" id="{B2E22968-EA65-3F8E-7198-68A06030EC2D}"/>
              </a:ext>
            </a:extLst>
          </p:cNvPr>
          <p:cNvPicPr>
            <a:picLocks noGrp="1" noChangeAspect="1"/>
          </p:cNvPicPr>
          <p:nvPr>
            <p:ph sz="half" idx="1"/>
          </p:nvPr>
        </p:nvPicPr>
        <p:blipFill>
          <a:blip r:embed="rId2"/>
          <a:stretch>
            <a:fillRect/>
          </a:stretch>
        </p:blipFill>
        <p:spPr>
          <a:xfrm>
            <a:off x="1873454" y="2413000"/>
            <a:ext cx="1087029" cy="3716338"/>
          </a:xfrm>
          <a:prstGeom prst="roundRect">
            <a:avLst>
              <a:gd name="adj" fmla="val 3876"/>
            </a:avLst>
          </a:prstGeom>
          <a:ln>
            <a:solidFill>
              <a:schemeClr val="accent1"/>
            </a:solidFill>
          </a:ln>
          <a:effectLst/>
        </p:spPr>
      </p:pic>
      <p:sp>
        <p:nvSpPr>
          <p:cNvPr id="4" name="Content Placeholder 3">
            <a:extLst>
              <a:ext uri="{FF2B5EF4-FFF2-40B4-BE49-F238E27FC236}">
                <a16:creationId xmlns:a16="http://schemas.microsoft.com/office/drawing/2014/main" id="{4BBBF08A-2437-02AF-6058-23A982E26E1F}"/>
              </a:ext>
            </a:extLst>
          </p:cNvPr>
          <p:cNvSpPr>
            <a:spLocks noGrp="1"/>
          </p:cNvSpPr>
          <p:nvPr>
            <p:ph sz="half" idx="2"/>
          </p:nvPr>
        </p:nvSpPr>
        <p:spPr>
          <a:xfrm>
            <a:off x="4330699" y="2413000"/>
            <a:ext cx="7052733" cy="3632200"/>
          </a:xfrm>
        </p:spPr>
        <p:txBody>
          <a:bodyPr vert="horz" lIns="91440" tIns="45720" rIns="91440" bIns="45720" rtlCol="0" anchor="ctr">
            <a:normAutofit/>
          </a:bodyPr>
          <a:lstStyle/>
          <a:p>
            <a:r>
              <a:rPr lang="en-US">
                <a:ea typeface="+mn-lt"/>
                <a:cs typeface="+mn-lt"/>
              </a:rPr>
              <a:t>This page gives an overview of various places a tourist could visit when first coming to Rouyn-Noranda. </a:t>
            </a:r>
            <a:br>
              <a:rPr lang="en-US">
                <a:ea typeface="+mn-lt"/>
                <a:cs typeface="+mn-lt"/>
              </a:rPr>
            </a:br>
            <a:r>
              <a:rPr lang="en-US">
                <a:ea typeface="+mn-lt"/>
                <a:cs typeface="+mn-lt"/>
              </a:rPr>
              <a:t>The button towards the bottom leads to an external website to provide additional information more targeted towards tourists.</a:t>
            </a:r>
            <a:endParaRPr lang="en-US"/>
          </a:p>
        </p:txBody>
      </p:sp>
    </p:spTree>
    <p:extLst>
      <p:ext uri="{BB962C8B-B14F-4D97-AF65-F5344CB8AC3E}">
        <p14:creationId xmlns:p14="http://schemas.microsoft.com/office/powerpoint/2010/main" val="272159591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Quotabl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63</Slides>
  <Notes>1</Notes>
  <HiddenSlides>0</HiddenSlide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Quotable</vt:lpstr>
      <vt:lpstr>Rouyn-Noranda Welcomes You</vt:lpstr>
      <vt:lpstr>Table of Content</vt:lpstr>
      <vt:lpstr>Project Overview</vt:lpstr>
      <vt:lpstr>Objectives</vt:lpstr>
      <vt:lpstr>Major Content Items</vt:lpstr>
      <vt:lpstr>Scenarios</vt:lpstr>
      <vt:lpstr>Persona 1</vt:lpstr>
      <vt:lpstr>Persona 2</vt:lpstr>
      <vt:lpstr>Testing Process</vt:lpstr>
      <vt:lpstr>Content Inventory</vt:lpstr>
      <vt:lpstr>Card Sort 1</vt:lpstr>
      <vt:lpstr>What we learned</vt:lpstr>
      <vt:lpstr>Changes Made</vt:lpstr>
      <vt:lpstr>Card Sort 2</vt:lpstr>
      <vt:lpstr>What We learned</vt:lpstr>
      <vt:lpstr>Changes  Made</vt:lpstr>
      <vt:lpstr>Tree testing</vt:lpstr>
      <vt:lpstr>What we learned from tree testing</vt:lpstr>
      <vt:lpstr>Wireframe</vt:lpstr>
      <vt:lpstr>First click test</vt:lpstr>
      <vt:lpstr>What we learned from First-Click Testing</vt:lpstr>
      <vt:lpstr>Site Map v1</vt:lpstr>
      <vt:lpstr>Site Map v2</vt:lpstr>
      <vt:lpstr>Comparing Navigations: Old</vt:lpstr>
      <vt:lpstr>Comparing Navigations: New</vt:lpstr>
      <vt:lpstr>Retrospective</vt:lpstr>
      <vt:lpstr>Contributions</vt:lpstr>
      <vt:lpstr>Appendix</vt:lpstr>
      <vt:lpstr>Full Content Inventory</vt:lpstr>
      <vt:lpstr>Full Content Inventory Cont.</vt:lpstr>
      <vt:lpstr>Full Content Inventory Cont.</vt:lpstr>
      <vt:lpstr>Card sort 1</vt:lpstr>
      <vt:lpstr>Card Sort 1 cont.</vt:lpstr>
      <vt:lpstr>Card Sort 2</vt:lpstr>
      <vt:lpstr>Card Sort 2 Cont.</vt:lpstr>
      <vt:lpstr>Card Sort 2 Cont.</vt:lpstr>
      <vt:lpstr>Card Sort 2 Cont.</vt:lpstr>
      <vt:lpstr>Card Sort 2 Cont.</vt:lpstr>
      <vt:lpstr>Card Sort 2 Cont.</vt:lpstr>
      <vt:lpstr>Card Sort 2 Cont.</vt:lpstr>
      <vt:lpstr>PowerPoint Presentation</vt:lpstr>
      <vt:lpstr>Tree testing</vt:lpstr>
      <vt:lpstr>Tree testing cont.</vt:lpstr>
      <vt:lpstr>Tree testing cont.</vt:lpstr>
      <vt:lpstr>First Click Testing</vt:lpstr>
      <vt:lpstr>First Click Testing Cont. : Task Results</vt:lpstr>
      <vt:lpstr>First Click Testing Cont. : Task Results</vt:lpstr>
      <vt:lpstr>First Click Testing Cont. : Task Results</vt:lpstr>
      <vt:lpstr>First Click Testing cont. : Clickmaps</vt:lpstr>
      <vt:lpstr>First Click Testing cont. : Clickmaps</vt:lpstr>
      <vt:lpstr>First Click Testing cont. : Clickmaps</vt:lpstr>
      <vt:lpstr>Site Map</vt:lpstr>
      <vt:lpstr>Full Wireframe 1</vt:lpstr>
      <vt:lpstr>Full Wireframe 2</vt:lpstr>
      <vt:lpstr>Wireframe Screen 1: homepage</vt:lpstr>
      <vt:lpstr>Wireframe Screen 2: Main Navigation</vt:lpstr>
      <vt:lpstr>Wireframe Screen 3: Community Life &amp; Leisure Expanded</vt:lpstr>
      <vt:lpstr>Wireframe Screen 4: Tourism expanded</vt:lpstr>
      <vt:lpstr>Wireframe Screen 5: New Residents</vt:lpstr>
      <vt:lpstr>Wireframe Screen 6 option 1: Copper Theatre</vt:lpstr>
      <vt:lpstr>Wireframe Screen 6 Option 2: Culture Days</vt:lpstr>
      <vt:lpstr>Wireframe Screen 6 Option 3: Art Museum</vt:lpstr>
      <vt:lpstr>Wireframe Screen 6 Option 4: Tourism Overview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Vi-Anh Nguyen</dc:creator>
  <cp:revision>1</cp:revision>
  <dcterms:created xsi:type="dcterms:W3CDTF">2013-07-15T20:26:40Z</dcterms:created>
  <dcterms:modified xsi:type="dcterms:W3CDTF">2022-06-10T18:39:27Z</dcterms:modified>
</cp:coreProperties>
</file>